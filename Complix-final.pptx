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omments/modernComment_103_0.xml" ContentType="application/vnd.ms-powerpoint.comments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Arimo" panose="020B0604020202020204" charset="0"/>
      <p:regular r:id="rId9"/>
    </p:embeddedFont>
    <p:embeddedFont>
      <p:font typeface="Arimo Bold" panose="020B0604020202020204" charset="0"/>
      <p:regular r:id="rId10"/>
    </p:embeddedFont>
    <p:embeddedFont>
      <p:font typeface="Calibri (MS)" panose="020B0604020202020204" charset="0"/>
      <p:regular r:id="rId11"/>
    </p:embeddedFont>
    <p:embeddedFont>
      <p:font typeface="Garamond Bold" panose="02020804030307010803" pitchFamily="18" charset="0"/>
      <p:regular r:id="rId12"/>
      <p:bold r:id="rId13"/>
    </p:embeddedFont>
    <p:embeddedFont>
      <p:font typeface="Times New Roman Bold" panose="02020803070505020304" pitchFamily="18" charset="0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B73C02C-C8A3-C179-17DC-5B0033417892}" name="Chandana S" initials="CS" userId="7bd226f5ef0c372c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277" autoAdjust="0"/>
    <p:restoredTop sz="94622" autoAdjust="0"/>
  </p:normalViewPr>
  <p:slideViewPr>
    <p:cSldViewPr>
      <p:cViewPr varScale="1">
        <p:scale>
          <a:sx n="64" d="100"/>
          <a:sy n="64" d="100"/>
        </p:scale>
        <p:origin x="653" y="7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-227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213999@outlook.com" userId="62cb40b9d606a955" providerId="LiveId" clId="{E879A62C-3975-4B9B-8ED0-A60E712B4D59}"/>
    <pc:docChg chg="custSel modSld">
      <pc:chgData name="anu213999@outlook.com" userId="62cb40b9d606a955" providerId="LiveId" clId="{E879A62C-3975-4B9B-8ED0-A60E712B4D59}" dt="2026-09-23T15:30:12.364" v="9" actId="14100"/>
      <pc:docMkLst>
        <pc:docMk/>
      </pc:docMkLst>
      <pc:sldChg chg="addSp delSp modSp mod">
        <pc:chgData name="anu213999@outlook.com" userId="62cb40b9d606a955" providerId="LiveId" clId="{E879A62C-3975-4B9B-8ED0-A60E712B4D59}" dt="2026-09-23T15:30:12.364" v="9" actId="14100"/>
        <pc:sldMkLst>
          <pc:docMk/>
          <pc:sldMk cId="0" sldId="258"/>
        </pc:sldMkLst>
        <pc:picChg chg="add mod">
          <ac:chgData name="anu213999@outlook.com" userId="62cb40b9d606a955" providerId="LiveId" clId="{E879A62C-3975-4B9B-8ED0-A60E712B4D59}" dt="2026-09-23T15:30:12.364" v="9" actId="14100"/>
          <ac:picMkLst>
            <pc:docMk/>
            <pc:sldMk cId="0" sldId="258"/>
            <ac:picMk id="19" creationId="{F919B852-A2BB-DD8B-257F-8C69D26BBFDB}"/>
          </ac:picMkLst>
        </pc:picChg>
        <pc:picChg chg="del">
          <ac:chgData name="anu213999@outlook.com" userId="62cb40b9d606a955" providerId="LiveId" clId="{E879A62C-3975-4B9B-8ED0-A60E712B4D59}" dt="2026-09-23T15:29:03.407" v="1" actId="21"/>
          <ac:picMkLst>
            <pc:docMk/>
            <pc:sldMk cId="0" sldId="258"/>
            <ac:picMk id="27" creationId="{B42A1E51-835E-853D-299B-1678E7946926}"/>
          </ac:picMkLst>
        </pc:picChg>
      </pc:sldChg>
      <pc:sldChg chg="modSp mod">
        <pc:chgData name="anu213999@outlook.com" userId="62cb40b9d606a955" providerId="LiveId" clId="{E879A62C-3975-4B9B-8ED0-A60E712B4D59}" dt="2026-09-23T14:39:25.598" v="0" actId="20577"/>
        <pc:sldMkLst>
          <pc:docMk/>
          <pc:sldMk cId="0" sldId="259"/>
        </pc:sldMkLst>
        <pc:spChg chg="mod">
          <ac:chgData name="anu213999@outlook.com" userId="62cb40b9d606a955" providerId="LiveId" clId="{E879A62C-3975-4B9B-8ED0-A60E712B4D59}" dt="2026-09-23T14:39:25.598" v="0" actId="20577"/>
          <ac:spMkLst>
            <pc:docMk/>
            <pc:sldMk cId="0" sldId="259"/>
            <ac:spMk id="40" creationId="{80DF1FCF-A127-D739-D064-6210A795B9FD}"/>
          </ac:spMkLst>
        </pc:spChg>
      </pc:sldChg>
    </pc:docChg>
  </pc:docChgLst>
</pc:chgInfo>
</file>

<file path=ppt/comments/modernComment_10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A697C80-F844-4020-99C0-8939ABDC9EB6}" authorId="{AB73C02C-C8A3-C179-17DC-5B0033417892}" created="2026-09-21T15:10:26.434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9"/>
      <ac:spMk id="42" creationId="{255ABE1B-D2C0-027E-1415-18070D82B2D3}"/>
    </ac:deMkLst>
    <p188:txBody>
      <a:bodyPr/>
      <a:lstStyle/>
      <a:p>
        <a:r>
          <a:rPr lang="en-IN"/>
          <a:t>Hey...potential challenges sakku
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4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1588F72-D86E-4474-8ABE-BA5B015D66CB}" type="doc">
      <dgm:prSet loTypeId="urn:microsoft.com/office/officeart/2005/8/layout/vList5" loCatId="list" qsTypeId="urn:microsoft.com/office/officeart/2005/8/quickstyle/simple1#1" qsCatId="simple" csTypeId="urn:microsoft.com/office/officeart/2005/8/colors/accent1_2#1" csCatId="accent1" phldr="1"/>
      <dgm:spPr/>
      <dgm:t>
        <a:bodyPr/>
        <a:lstStyle/>
        <a:p>
          <a:endParaRPr lang="en-IN"/>
        </a:p>
      </dgm:t>
    </dgm:pt>
    <dgm:pt modelId="{2547EEAC-3B09-4847-A533-63E9B5E475AD}" type="pres">
      <dgm:prSet presAssocID="{C1588F72-D86E-4474-8ABE-BA5B015D66CB}" presName="Name0" presStyleCnt="0">
        <dgm:presLayoutVars>
          <dgm:dir/>
          <dgm:animLvl val="lvl"/>
          <dgm:resizeHandles val="exact"/>
        </dgm:presLayoutVars>
      </dgm:prSet>
      <dgm:spPr/>
    </dgm:pt>
  </dgm:ptLst>
  <dgm:cxnLst>
    <dgm:cxn modelId="{2DDF3B5E-EC01-4FB3-B182-330E68F1CC07}" type="presOf" srcId="{C1588F72-D86E-4474-8ABE-BA5B015D66CB}" destId="{2547EEAC-3B09-4847-A533-63E9B5E475AD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588F72-D86E-4474-8ABE-BA5B015D66CB}" type="doc">
      <dgm:prSet loTypeId="urn:microsoft.com/office/officeart/2005/8/layout/vList5" loCatId="list" qsTypeId="urn:microsoft.com/office/officeart/2005/8/quickstyle/simple1#2" qsCatId="simple" csTypeId="urn:microsoft.com/office/officeart/2005/8/colors/accent1_2#2" csCatId="accent1" phldr="1"/>
      <dgm:spPr/>
      <dgm:t>
        <a:bodyPr/>
        <a:lstStyle/>
        <a:p>
          <a:endParaRPr lang="en-IN"/>
        </a:p>
      </dgm:t>
    </dgm:pt>
    <dgm:pt modelId="{CCD3DA0F-9885-49F3-9CC0-79193E766124}">
      <dgm:prSet phldrT="[Text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IN" sz="3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Easy Label Verification</a:t>
          </a:r>
        </a:p>
      </dgm:t>
    </dgm:pt>
    <dgm:pt modelId="{A7B22EC8-2518-4E89-BB08-9B16C41C387D}" type="parTrans" cxnId="{B8CD7974-6CD3-4DAA-A4C0-E2BCEBB9ACA2}">
      <dgm:prSet/>
      <dgm:spPr/>
      <dgm:t>
        <a:bodyPr/>
        <a:lstStyle/>
        <a:p>
          <a:endParaRPr lang="en-IN"/>
        </a:p>
      </dgm:t>
    </dgm:pt>
    <dgm:pt modelId="{301C494D-C752-4097-93C3-D963345B6EE7}" type="sibTrans" cxnId="{B8CD7974-6CD3-4DAA-A4C0-E2BCEBB9ACA2}">
      <dgm:prSet/>
      <dgm:spPr/>
      <dgm:t>
        <a:bodyPr/>
        <a:lstStyle/>
        <a:p>
          <a:endParaRPr lang="en-IN"/>
        </a:p>
      </dgm:t>
    </dgm:pt>
    <dgm:pt modelId="{E037F2C6-2986-49C2-B241-1032FA4861EA}">
      <dgm:prSet phldrT="[Text]"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pPr>
            <a:buFont typeface="+mj-lt"/>
            <a:buNone/>
          </a:pPr>
          <a:r>
            <a:rPr lang="en-IN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Simplifies checking of</a:t>
          </a:r>
          <a:endParaRPr lang="en-IN" sz="2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614D213-1C71-4118-8B93-1D811FEB70BF}" type="parTrans" cxnId="{B705DCB6-6EB4-41B1-8F1F-D5482991D464}">
      <dgm:prSet/>
      <dgm:spPr/>
      <dgm:t>
        <a:bodyPr/>
        <a:lstStyle/>
        <a:p>
          <a:endParaRPr lang="en-IN"/>
        </a:p>
      </dgm:t>
    </dgm:pt>
    <dgm:pt modelId="{795162C4-E172-483E-AD8C-4FA3617ECC20}" type="sibTrans" cxnId="{B705DCB6-6EB4-41B1-8F1F-D5482991D464}">
      <dgm:prSet/>
      <dgm:spPr/>
      <dgm:t>
        <a:bodyPr/>
        <a:lstStyle/>
        <a:p>
          <a:endParaRPr lang="en-IN"/>
        </a:p>
      </dgm:t>
    </dgm:pt>
    <dgm:pt modelId="{333492F9-25CF-43C8-A406-88C7119BF267}">
      <dgm:prSet phldrT="[Text]"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pPr>
            <a:buFont typeface="+mj-lt"/>
            <a:buNone/>
          </a:pPr>
          <a:r>
            <a:rPr lang="en-IN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mandatory declarations</a:t>
          </a:r>
          <a:r>
            <a:rPr lang="en-IN" sz="2800" dirty="0"/>
            <a:t>.</a:t>
          </a:r>
          <a:endParaRPr lang="en-IN" sz="28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4880921-5F5A-418F-AFE8-72C5686EC905}" type="parTrans" cxnId="{58E11CF3-2689-4F11-B8C7-3C3DBB4BBB38}">
      <dgm:prSet/>
      <dgm:spPr/>
      <dgm:t>
        <a:bodyPr/>
        <a:lstStyle/>
        <a:p>
          <a:endParaRPr lang="en-IN"/>
        </a:p>
      </dgm:t>
    </dgm:pt>
    <dgm:pt modelId="{AE037849-20E5-43F0-9BB4-D69D294C75DF}" type="sibTrans" cxnId="{58E11CF3-2689-4F11-B8C7-3C3DBB4BBB38}">
      <dgm:prSet/>
      <dgm:spPr/>
      <dgm:t>
        <a:bodyPr/>
        <a:lstStyle/>
        <a:p>
          <a:endParaRPr lang="en-IN"/>
        </a:p>
      </dgm:t>
    </dgm:pt>
    <dgm:pt modelId="{6D9869A6-808F-4E2A-A9F8-6FE1198904D2}" type="pres">
      <dgm:prSet presAssocID="{C1588F72-D86E-4474-8ABE-BA5B015D66CB}" presName="Name0" presStyleCnt="0">
        <dgm:presLayoutVars>
          <dgm:dir/>
          <dgm:animLvl val="lvl"/>
          <dgm:resizeHandles val="exact"/>
        </dgm:presLayoutVars>
      </dgm:prSet>
      <dgm:spPr/>
    </dgm:pt>
    <dgm:pt modelId="{9FB829AC-E19F-4408-B91B-CEFD745E8030}" type="pres">
      <dgm:prSet presAssocID="{CCD3DA0F-9885-49F3-9CC0-79193E766124}" presName="linNode" presStyleCnt="0"/>
      <dgm:spPr/>
    </dgm:pt>
    <dgm:pt modelId="{9B7FB889-3897-41D6-9A96-AA07193BB9DB}" type="pres">
      <dgm:prSet presAssocID="{CCD3DA0F-9885-49F3-9CC0-79193E766124}" presName="parentText" presStyleLbl="node1" presStyleIdx="0" presStyleCnt="1" custLinFactNeighborX="-55249" custLinFactNeighborY="90644">
        <dgm:presLayoutVars>
          <dgm:chMax val="1"/>
          <dgm:bulletEnabled val="1"/>
        </dgm:presLayoutVars>
      </dgm:prSet>
      <dgm:spPr/>
    </dgm:pt>
    <dgm:pt modelId="{8D0764A9-2A8E-4A6C-A95D-68B4CD5766DE}" type="pres">
      <dgm:prSet presAssocID="{CCD3DA0F-9885-49F3-9CC0-79193E766124}" presName="descendantText" presStyleLbl="alignAccFollowNode1" presStyleIdx="0" presStyleCnt="1">
        <dgm:presLayoutVars>
          <dgm:bulletEnabled val="1"/>
        </dgm:presLayoutVars>
      </dgm:prSet>
      <dgm:spPr/>
    </dgm:pt>
  </dgm:ptLst>
  <dgm:cxnLst>
    <dgm:cxn modelId="{005D195B-05BC-4804-BA15-55DF0AC50CC0}" type="presOf" srcId="{333492F9-25CF-43C8-A406-88C7119BF267}" destId="{8D0764A9-2A8E-4A6C-A95D-68B4CD5766DE}" srcOrd="0" destOrd="1" presId="urn:microsoft.com/office/officeart/2005/8/layout/vList5"/>
    <dgm:cxn modelId="{C19F0970-7E0B-450E-8773-AD61BB2D1667}" type="presOf" srcId="{E037F2C6-2986-49C2-B241-1032FA4861EA}" destId="{8D0764A9-2A8E-4A6C-A95D-68B4CD5766DE}" srcOrd="0" destOrd="0" presId="urn:microsoft.com/office/officeart/2005/8/layout/vList5"/>
    <dgm:cxn modelId="{B8CD7974-6CD3-4DAA-A4C0-E2BCEBB9ACA2}" srcId="{C1588F72-D86E-4474-8ABE-BA5B015D66CB}" destId="{CCD3DA0F-9885-49F3-9CC0-79193E766124}" srcOrd="0" destOrd="0" parTransId="{A7B22EC8-2518-4E89-BB08-9B16C41C387D}" sibTransId="{301C494D-C752-4097-93C3-D963345B6EE7}"/>
    <dgm:cxn modelId="{32E4E07B-CC05-4D0F-AC0C-4D59837AE610}" type="presOf" srcId="{C1588F72-D86E-4474-8ABE-BA5B015D66CB}" destId="{6D9869A6-808F-4E2A-A9F8-6FE1198904D2}" srcOrd="0" destOrd="0" presId="urn:microsoft.com/office/officeart/2005/8/layout/vList5"/>
    <dgm:cxn modelId="{EC1BE08A-2706-4FDF-AE98-807CE080F4B5}" type="presOf" srcId="{CCD3DA0F-9885-49F3-9CC0-79193E766124}" destId="{9B7FB889-3897-41D6-9A96-AA07193BB9DB}" srcOrd="0" destOrd="0" presId="urn:microsoft.com/office/officeart/2005/8/layout/vList5"/>
    <dgm:cxn modelId="{B705DCB6-6EB4-41B1-8F1F-D5482991D464}" srcId="{CCD3DA0F-9885-49F3-9CC0-79193E766124}" destId="{E037F2C6-2986-49C2-B241-1032FA4861EA}" srcOrd="0" destOrd="0" parTransId="{2614D213-1C71-4118-8B93-1D811FEB70BF}" sibTransId="{795162C4-E172-483E-AD8C-4FA3617ECC20}"/>
    <dgm:cxn modelId="{58E11CF3-2689-4F11-B8C7-3C3DBB4BBB38}" srcId="{CCD3DA0F-9885-49F3-9CC0-79193E766124}" destId="{333492F9-25CF-43C8-A406-88C7119BF267}" srcOrd="1" destOrd="0" parTransId="{A4880921-5F5A-418F-AFE8-72C5686EC905}" sibTransId="{AE037849-20E5-43F0-9BB4-D69D294C75DF}"/>
    <dgm:cxn modelId="{E5E55CA6-8831-405E-A83B-DDE843971191}" type="presParOf" srcId="{6D9869A6-808F-4E2A-A9F8-6FE1198904D2}" destId="{9FB829AC-E19F-4408-B91B-CEFD745E8030}" srcOrd="0" destOrd="0" presId="urn:microsoft.com/office/officeart/2005/8/layout/vList5"/>
    <dgm:cxn modelId="{500B8B3B-EFCD-4837-B8AC-92F634319B82}" type="presParOf" srcId="{9FB829AC-E19F-4408-B91B-CEFD745E8030}" destId="{9B7FB889-3897-41D6-9A96-AA07193BB9DB}" srcOrd="0" destOrd="0" presId="urn:microsoft.com/office/officeart/2005/8/layout/vList5"/>
    <dgm:cxn modelId="{B4E104C3-8354-48E3-B349-03E3C867BDAD}" type="presParOf" srcId="{9FB829AC-E19F-4408-B91B-CEFD745E8030}" destId="{8D0764A9-2A8E-4A6C-A95D-68B4CD5766D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4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3A70F00-627E-411C-AB78-DBAEB5ECB53C}" type="doc">
      <dgm:prSet loTypeId="urn:microsoft.com/office/officeart/2005/8/layout/vList5" loCatId="list" qsTypeId="urn:microsoft.com/office/officeart/2005/8/quickstyle/simple1#3" qsCatId="simple" csTypeId="urn:microsoft.com/office/officeart/2005/8/colors/accent1_2#3" csCatId="accent1" phldr="1"/>
      <dgm:spPr/>
      <dgm:t>
        <a:bodyPr/>
        <a:lstStyle/>
        <a:p>
          <a:endParaRPr lang="en-IN"/>
        </a:p>
      </dgm:t>
    </dgm:pt>
    <dgm:pt modelId="{D53A2AB7-04CD-4228-9436-0B76D3DC158D}">
      <dgm:prSet phldrT="[Text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IN" sz="3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Faster Inspections</a:t>
          </a:r>
        </a:p>
      </dgm:t>
    </dgm:pt>
    <dgm:pt modelId="{47D04C83-70F5-463D-91BD-541C4756D305}" type="parTrans" cxnId="{820B2D4D-7F52-4D66-8F73-92B4082188C2}">
      <dgm:prSet/>
      <dgm:spPr/>
      <dgm:t>
        <a:bodyPr/>
        <a:lstStyle/>
        <a:p>
          <a:endParaRPr lang="en-IN"/>
        </a:p>
      </dgm:t>
    </dgm:pt>
    <dgm:pt modelId="{6B8DA953-5F9D-479B-8CB1-78C7C3685077}" type="sibTrans" cxnId="{820B2D4D-7F52-4D66-8F73-92B4082188C2}">
      <dgm:prSet/>
      <dgm:spPr/>
      <dgm:t>
        <a:bodyPr/>
        <a:lstStyle/>
        <a:p>
          <a:endParaRPr lang="en-IN"/>
        </a:p>
      </dgm:t>
    </dgm:pt>
    <dgm:pt modelId="{2A5667BD-DB5B-4F2B-B69B-DD4E51A5259E}">
      <dgm:prSet phldrT="[Text]" custT="1"/>
      <dgm:spPr>
        <a:solidFill>
          <a:schemeClr val="bg1">
            <a:lumMod val="85000"/>
            <a:alpha val="90000"/>
          </a:schemeClr>
        </a:solidFill>
        <a:ln>
          <a:solidFill>
            <a:schemeClr val="bg1">
              <a:alpha val="90000"/>
            </a:schemeClr>
          </a:solidFill>
        </a:ln>
      </dgm:spPr>
      <dgm:t>
        <a:bodyPr/>
        <a:lstStyle/>
        <a:p>
          <a:pPr>
            <a:buNone/>
          </a:pPr>
          <a:r>
            <a:rPr lang="en-IN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Speeds up compliance checking.</a:t>
          </a:r>
        </a:p>
      </dgm:t>
    </dgm:pt>
    <dgm:pt modelId="{55AE1C1F-1FBF-4F99-9C36-F9EAFA7E3578}" type="parTrans" cxnId="{92CBB8D7-A417-48FF-9FA2-712EEA8AD0A8}">
      <dgm:prSet/>
      <dgm:spPr/>
      <dgm:t>
        <a:bodyPr/>
        <a:lstStyle/>
        <a:p>
          <a:endParaRPr lang="en-IN"/>
        </a:p>
      </dgm:t>
    </dgm:pt>
    <dgm:pt modelId="{5F1A84F1-C81D-4647-A867-94D990F36EFA}" type="sibTrans" cxnId="{92CBB8D7-A417-48FF-9FA2-712EEA8AD0A8}">
      <dgm:prSet/>
      <dgm:spPr/>
      <dgm:t>
        <a:bodyPr/>
        <a:lstStyle/>
        <a:p>
          <a:endParaRPr lang="en-IN"/>
        </a:p>
      </dgm:t>
    </dgm:pt>
    <dgm:pt modelId="{CAC43BC8-6558-401B-BD85-76516E329DB4}">
      <dgm:prSet phldrT="[Text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IN" sz="3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Better Enforcement</a:t>
          </a:r>
        </a:p>
      </dgm:t>
    </dgm:pt>
    <dgm:pt modelId="{73793943-994F-4180-8D32-1F61276E399D}" type="parTrans" cxnId="{C7CBBACA-0C8D-471B-9892-2E5A3B66E3D7}">
      <dgm:prSet/>
      <dgm:spPr/>
      <dgm:t>
        <a:bodyPr/>
        <a:lstStyle/>
        <a:p>
          <a:endParaRPr lang="en-IN"/>
        </a:p>
      </dgm:t>
    </dgm:pt>
    <dgm:pt modelId="{2688574E-B8E2-4048-AE95-5F09C50C5B61}" type="sibTrans" cxnId="{C7CBBACA-0C8D-471B-9892-2E5A3B66E3D7}">
      <dgm:prSet/>
      <dgm:spPr/>
      <dgm:t>
        <a:bodyPr/>
        <a:lstStyle/>
        <a:p>
          <a:endParaRPr lang="en-IN"/>
        </a:p>
      </dgm:t>
    </dgm:pt>
    <dgm:pt modelId="{3FCFAF54-E5DF-4C4E-A13B-4E490B147477}">
      <dgm:prSet phldrT="[Text]" custT="1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IN" sz="3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Consumer Safety</a:t>
          </a:r>
        </a:p>
      </dgm:t>
    </dgm:pt>
    <dgm:pt modelId="{A3798A38-F60A-492A-814D-3637740C3B90}" type="parTrans" cxnId="{FCFE45F6-1669-456D-A59D-9A8D6D5ADC04}">
      <dgm:prSet/>
      <dgm:spPr/>
      <dgm:t>
        <a:bodyPr/>
        <a:lstStyle/>
        <a:p>
          <a:endParaRPr lang="en-IN"/>
        </a:p>
      </dgm:t>
    </dgm:pt>
    <dgm:pt modelId="{3C0280BD-620F-4A3C-9CF1-EC1A37199816}" type="sibTrans" cxnId="{FCFE45F6-1669-456D-A59D-9A8D6D5ADC04}">
      <dgm:prSet/>
      <dgm:spPr/>
      <dgm:t>
        <a:bodyPr/>
        <a:lstStyle/>
        <a:p>
          <a:endParaRPr lang="en-IN"/>
        </a:p>
      </dgm:t>
    </dgm:pt>
    <dgm:pt modelId="{27D1E143-3EBE-47C8-A4AD-505FD3F8FE66}">
      <dgm:prSet phldrT="[Text]"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pPr>
            <a:buNone/>
          </a:pPr>
          <a:r>
            <a:rPr lang="en-IN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Enables quick detection of violations.</a:t>
          </a:r>
        </a:p>
      </dgm:t>
    </dgm:pt>
    <dgm:pt modelId="{37354122-CB11-46BB-BBB4-C9F32DFD1C05}" type="sibTrans" cxnId="{5509EC0A-A4FA-497C-BB15-446E4279B1BF}">
      <dgm:prSet/>
      <dgm:spPr/>
      <dgm:t>
        <a:bodyPr/>
        <a:lstStyle/>
        <a:p>
          <a:endParaRPr lang="en-IN"/>
        </a:p>
      </dgm:t>
    </dgm:pt>
    <dgm:pt modelId="{3446175C-F82F-44C8-9F12-9F60C30AF9BC}" type="parTrans" cxnId="{5509EC0A-A4FA-497C-BB15-446E4279B1BF}">
      <dgm:prSet/>
      <dgm:spPr/>
      <dgm:t>
        <a:bodyPr/>
        <a:lstStyle/>
        <a:p>
          <a:endParaRPr lang="en-IN"/>
        </a:p>
      </dgm:t>
    </dgm:pt>
    <dgm:pt modelId="{40C7CA64-7EEF-427A-B0AF-740C5F5701BD}">
      <dgm:prSet phldrT="[Text]" phldr="0"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pPr>
            <a:buNone/>
          </a:pPr>
          <a:r>
            <a:rPr lang="en-IN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Promotes accurate</a:t>
          </a:r>
        </a:p>
      </dgm:t>
    </dgm:pt>
    <dgm:pt modelId="{87204085-5543-453D-8765-8EF6427C84B7}" type="sibTrans" cxnId="{0F3A3038-14C8-41CF-AF57-58110FFCD0B9}">
      <dgm:prSet/>
      <dgm:spPr/>
      <dgm:t>
        <a:bodyPr/>
        <a:lstStyle/>
        <a:p>
          <a:endParaRPr lang="en-IN"/>
        </a:p>
      </dgm:t>
    </dgm:pt>
    <dgm:pt modelId="{87A69497-FE45-47C1-AAA1-99361652C925}" type="parTrans" cxnId="{0F3A3038-14C8-41CF-AF57-58110FFCD0B9}">
      <dgm:prSet/>
      <dgm:spPr/>
      <dgm:t>
        <a:bodyPr/>
        <a:lstStyle/>
        <a:p>
          <a:endParaRPr lang="en-IN"/>
        </a:p>
      </dgm:t>
    </dgm:pt>
    <dgm:pt modelId="{06B5CB6E-2F39-4912-8CEF-FCEA89600D5A}">
      <dgm:prSet phldrT="[Text]" phldr="0"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pPr>
            <a:buNone/>
          </a:pPr>
          <a:r>
            <a:rPr lang="en-IN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information.</a:t>
          </a:r>
        </a:p>
      </dgm:t>
    </dgm:pt>
    <dgm:pt modelId="{FF102B63-811D-4BA3-9540-203A707101A4}" type="parTrans" cxnId="{7D9F218A-4A4A-425C-9C70-D777EAD72C01}">
      <dgm:prSet/>
      <dgm:spPr/>
      <dgm:t>
        <a:bodyPr/>
        <a:lstStyle/>
        <a:p>
          <a:endParaRPr lang="en-IN"/>
        </a:p>
      </dgm:t>
    </dgm:pt>
    <dgm:pt modelId="{479C9BB9-F0E3-48BF-B23A-D1E62CA887D0}" type="sibTrans" cxnId="{7D9F218A-4A4A-425C-9C70-D777EAD72C01}">
      <dgm:prSet/>
      <dgm:spPr/>
      <dgm:t>
        <a:bodyPr/>
        <a:lstStyle/>
        <a:p>
          <a:endParaRPr lang="en-IN"/>
        </a:p>
      </dgm:t>
    </dgm:pt>
    <dgm:pt modelId="{333F9B4E-25F2-49C0-82C2-E5C596DDEECD}" type="pres">
      <dgm:prSet presAssocID="{13A70F00-627E-411C-AB78-DBAEB5ECB53C}" presName="Name0" presStyleCnt="0">
        <dgm:presLayoutVars>
          <dgm:dir/>
          <dgm:animLvl val="lvl"/>
          <dgm:resizeHandles val="exact"/>
        </dgm:presLayoutVars>
      </dgm:prSet>
      <dgm:spPr/>
    </dgm:pt>
    <dgm:pt modelId="{F37A2127-C595-437A-A58D-5230960A025C}" type="pres">
      <dgm:prSet presAssocID="{D53A2AB7-04CD-4228-9436-0B76D3DC158D}" presName="linNode" presStyleCnt="0"/>
      <dgm:spPr/>
    </dgm:pt>
    <dgm:pt modelId="{93959DDE-76FC-4BB7-B140-A78FFB2D62A2}" type="pres">
      <dgm:prSet presAssocID="{D53A2AB7-04CD-4228-9436-0B76D3DC158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C9C8D347-D2A3-4E9B-95B7-29F38D864065}" type="pres">
      <dgm:prSet presAssocID="{D53A2AB7-04CD-4228-9436-0B76D3DC158D}" presName="descendantText" presStyleLbl="alignAccFollowNode1" presStyleIdx="0" presStyleCnt="3">
        <dgm:presLayoutVars>
          <dgm:bulletEnabled val="1"/>
        </dgm:presLayoutVars>
      </dgm:prSet>
      <dgm:spPr/>
    </dgm:pt>
    <dgm:pt modelId="{350B4087-6980-4EED-816F-D26C9B421E59}" type="pres">
      <dgm:prSet presAssocID="{6B8DA953-5F9D-479B-8CB1-78C7C3685077}" presName="sp" presStyleCnt="0"/>
      <dgm:spPr/>
    </dgm:pt>
    <dgm:pt modelId="{58C844C0-E791-4DC0-AA9D-D2D95AE1651A}" type="pres">
      <dgm:prSet presAssocID="{CAC43BC8-6558-401B-BD85-76516E329DB4}" presName="linNode" presStyleCnt="0"/>
      <dgm:spPr/>
    </dgm:pt>
    <dgm:pt modelId="{07FEB140-FB24-41FD-A00F-CB2DE1D923F6}" type="pres">
      <dgm:prSet presAssocID="{CAC43BC8-6558-401B-BD85-76516E329DB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A8E7777-CF83-453C-B5EC-806EB161AF2C}" type="pres">
      <dgm:prSet presAssocID="{CAC43BC8-6558-401B-BD85-76516E329DB4}" presName="descendantText" presStyleLbl="alignAccFollowNode1" presStyleIdx="1" presStyleCnt="3">
        <dgm:presLayoutVars>
          <dgm:bulletEnabled val="1"/>
        </dgm:presLayoutVars>
      </dgm:prSet>
      <dgm:spPr/>
    </dgm:pt>
    <dgm:pt modelId="{0E22221E-D8C0-48D3-9E9C-27FF56A85CEB}" type="pres">
      <dgm:prSet presAssocID="{2688574E-B8E2-4048-AE95-5F09C50C5B61}" presName="sp" presStyleCnt="0"/>
      <dgm:spPr/>
    </dgm:pt>
    <dgm:pt modelId="{CD683BD4-1188-448B-9F02-2174384D5FF8}" type="pres">
      <dgm:prSet presAssocID="{3FCFAF54-E5DF-4C4E-A13B-4E490B147477}" presName="linNode" presStyleCnt="0"/>
      <dgm:spPr/>
    </dgm:pt>
    <dgm:pt modelId="{04E412D5-8F27-4367-ADF8-CB267954D6A6}" type="pres">
      <dgm:prSet presAssocID="{3FCFAF54-E5DF-4C4E-A13B-4E490B147477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936191CA-6690-41A7-AF28-77BD4AAD3983}" type="pres">
      <dgm:prSet presAssocID="{3FCFAF54-E5DF-4C4E-A13B-4E490B147477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5509EC0A-A4FA-497C-BB15-446E4279B1BF}" srcId="{CAC43BC8-6558-401B-BD85-76516E329DB4}" destId="{27D1E143-3EBE-47C8-A4AD-505FD3F8FE66}" srcOrd="0" destOrd="0" parTransId="{3446175C-F82F-44C8-9F12-9F60C30AF9BC}" sibTransId="{37354122-CB11-46BB-BBB4-C9F32DFD1C05}"/>
    <dgm:cxn modelId="{0E869515-4646-44BB-8867-24AB164CE1F1}" type="presOf" srcId="{06B5CB6E-2F39-4912-8CEF-FCEA89600D5A}" destId="{936191CA-6690-41A7-AF28-77BD4AAD3983}" srcOrd="0" destOrd="1" presId="urn:microsoft.com/office/officeart/2005/8/layout/vList5"/>
    <dgm:cxn modelId="{0F3A3038-14C8-41CF-AF57-58110FFCD0B9}" srcId="{3FCFAF54-E5DF-4C4E-A13B-4E490B147477}" destId="{40C7CA64-7EEF-427A-B0AF-740C5F5701BD}" srcOrd="0" destOrd="0" parTransId="{87A69497-FE45-47C1-AAA1-99361652C925}" sibTransId="{87204085-5543-453D-8765-8EF6427C84B7}"/>
    <dgm:cxn modelId="{DBBF045E-ABDE-46AC-8264-778D04AE2B16}" type="presOf" srcId="{3FCFAF54-E5DF-4C4E-A13B-4E490B147477}" destId="{04E412D5-8F27-4367-ADF8-CB267954D6A6}" srcOrd="0" destOrd="0" presId="urn:microsoft.com/office/officeart/2005/8/layout/vList5"/>
    <dgm:cxn modelId="{820B2D4D-7F52-4D66-8F73-92B4082188C2}" srcId="{13A70F00-627E-411C-AB78-DBAEB5ECB53C}" destId="{D53A2AB7-04CD-4228-9436-0B76D3DC158D}" srcOrd="0" destOrd="0" parTransId="{47D04C83-70F5-463D-91BD-541C4756D305}" sibTransId="{6B8DA953-5F9D-479B-8CB1-78C7C3685077}"/>
    <dgm:cxn modelId="{F03CF580-1379-4A23-B92F-72EDC9DE7556}" type="presOf" srcId="{D53A2AB7-04CD-4228-9436-0B76D3DC158D}" destId="{93959DDE-76FC-4BB7-B140-A78FFB2D62A2}" srcOrd="0" destOrd="0" presId="urn:microsoft.com/office/officeart/2005/8/layout/vList5"/>
    <dgm:cxn modelId="{61CC0584-4744-4FA8-99E8-B673AC192539}" type="presOf" srcId="{13A70F00-627E-411C-AB78-DBAEB5ECB53C}" destId="{333F9B4E-25F2-49C0-82C2-E5C596DDEECD}" srcOrd="0" destOrd="0" presId="urn:microsoft.com/office/officeart/2005/8/layout/vList5"/>
    <dgm:cxn modelId="{5F2F0388-7F52-4C4A-8904-84B25710D58D}" type="presOf" srcId="{27D1E143-3EBE-47C8-A4AD-505FD3F8FE66}" destId="{0A8E7777-CF83-453C-B5EC-806EB161AF2C}" srcOrd="0" destOrd="0" presId="urn:microsoft.com/office/officeart/2005/8/layout/vList5"/>
    <dgm:cxn modelId="{7D9F218A-4A4A-425C-9C70-D777EAD72C01}" srcId="{3FCFAF54-E5DF-4C4E-A13B-4E490B147477}" destId="{06B5CB6E-2F39-4912-8CEF-FCEA89600D5A}" srcOrd="1" destOrd="0" parTransId="{FF102B63-811D-4BA3-9540-203A707101A4}" sibTransId="{479C9BB9-F0E3-48BF-B23A-D1E62CA887D0}"/>
    <dgm:cxn modelId="{CECE5DBC-1717-4D51-97EA-55CA1FFB0DF8}" type="presOf" srcId="{40C7CA64-7EEF-427A-B0AF-740C5F5701BD}" destId="{936191CA-6690-41A7-AF28-77BD4AAD3983}" srcOrd="0" destOrd="0" presId="urn:microsoft.com/office/officeart/2005/8/layout/vList5"/>
    <dgm:cxn modelId="{D3B85BC3-E311-4480-8980-80FDC345E1DA}" type="presOf" srcId="{2A5667BD-DB5B-4F2B-B69B-DD4E51A5259E}" destId="{C9C8D347-D2A3-4E9B-95B7-29F38D864065}" srcOrd="0" destOrd="0" presId="urn:microsoft.com/office/officeart/2005/8/layout/vList5"/>
    <dgm:cxn modelId="{C7CBBACA-0C8D-471B-9892-2E5A3B66E3D7}" srcId="{13A70F00-627E-411C-AB78-DBAEB5ECB53C}" destId="{CAC43BC8-6558-401B-BD85-76516E329DB4}" srcOrd="1" destOrd="0" parTransId="{73793943-994F-4180-8D32-1F61276E399D}" sibTransId="{2688574E-B8E2-4048-AE95-5F09C50C5B61}"/>
    <dgm:cxn modelId="{92CBB8D7-A417-48FF-9FA2-712EEA8AD0A8}" srcId="{D53A2AB7-04CD-4228-9436-0B76D3DC158D}" destId="{2A5667BD-DB5B-4F2B-B69B-DD4E51A5259E}" srcOrd="0" destOrd="0" parTransId="{55AE1C1F-1FBF-4F99-9C36-F9EAFA7E3578}" sibTransId="{5F1A84F1-C81D-4647-A867-94D990F36EFA}"/>
    <dgm:cxn modelId="{FCFE45F6-1669-456D-A59D-9A8D6D5ADC04}" srcId="{13A70F00-627E-411C-AB78-DBAEB5ECB53C}" destId="{3FCFAF54-E5DF-4C4E-A13B-4E490B147477}" srcOrd="2" destOrd="0" parTransId="{A3798A38-F60A-492A-814D-3637740C3B90}" sibTransId="{3C0280BD-620F-4A3C-9CF1-EC1A37199816}"/>
    <dgm:cxn modelId="{5A8E50F9-B72F-4D8A-9F38-7181B4633AD5}" type="presOf" srcId="{CAC43BC8-6558-401B-BD85-76516E329DB4}" destId="{07FEB140-FB24-41FD-A00F-CB2DE1D923F6}" srcOrd="0" destOrd="0" presId="urn:microsoft.com/office/officeart/2005/8/layout/vList5"/>
    <dgm:cxn modelId="{A73AF705-650B-4C18-A90F-6564CD9930B3}" type="presParOf" srcId="{333F9B4E-25F2-49C0-82C2-E5C596DDEECD}" destId="{F37A2127-C595-437A-A58D-5230960A025C}" srcOrd="0" destOrd="0" presId="urn:microsoft.com/office/officeart/2005/8/layout/vList5"/>
    <dgm:cxn modelId="{26F83D92-B568-46B7-A8C8-2DFD5FDF1E64}" type="presParOf" srcId="{F37A2127-C595-437A-A58D-5230960A025C}" destId="{93959DDE-76FC-4BB7-B140-A78FFB2D62A2}" srcOrd="0" destOrd="0" presId="urn:microsoft.com/office/officeart/2005/8/layout/vList5"/>
    <dgm:cxn modelId="{3B1007F1-30FE-4A3A-90DE-EEED8A119DCC}" type="presParOf" srcId="{F37A2127-C595-437A-A58D-5230960A025C}" destId="{C9C8D347-D2A3-4E9B-95B7-29F38D864065}" srcOrd="1" destOrd="0" presId="urn:microsoft.com/office/officeart/2005/8/layout/vList5"/>
    <dgm:cxn modelId="{047B3D9A-5132-4854-A60E-6EBBD20C2E4E}" type="presParOf" srcId="{333F9B4E-25F2-49C0-82C2-E5C596DDEECD}" destId="{350B4087-6980-4EED-816F-D26C9B421E59}" srcOrd="1" destOrd="0" presId="urn:microsoft.com/office/officeart/2005/8/layout/vList5"/>
    <dgm:cxn modelId="{F0A31082-D194-4C77-B6AA-F9207E114B2E}" type="presParOf" srcId="{333F9B4E-25F2-49C0-82C2-E5C596DDEECD}" destId="{58C844C0-E791-4DC0-AA9D-D2D95AE1651A}" srcOrd="2" destOrd="0" presId="urn:microsoft.com/office/officeart/2005/8/layout/vList5"/>
    <dgm:cxn modelId="{7FA9B5BB-0C86-4658-8879-CC57A4B4D051}" type="presParOf" srcId="{58C844C0-E791-4DC0-AA9D-D2D95AE1651A}" destId="{07FEB140-FB24-41FD-A00F-CB2DE1D923F6}" srcOrd="0" destOrd="0" presId="urn:microsoft.com/office/officeart/2005/8/layout/vList5"/>
    <dgm:cxn modelId="{4218691B-D500-4E2F-B5F9-E9FFA84A117F}" type="presParOf" srcId="{58C844C0-E791-4DC0-AA9D-D2D95AE1651A}" destId="{0A8E7777-CF83-453C-B5EC-806EB161AF2C}" srcOrd="1" destOrd="0" presId="urn:microsoft.com/office/officeart/2005/8/layout/vList5"/>
    <dgm:cxn modelId="{564CC33F-9DED-45F2-B085-ECEC2DCC74CE}" type="presParOf" srcId="{333F9B4E-25F2-49C0-82C2-E5C596DDEECD}" destId="{0E22221E-D8C0-48D3-9E9C-27FF56A85CEB}" srcOrd="3" destOrd="0" presId="urn:microsoft.com/office/officeart/2005/8/layout/vList5"/>
    <dgm:cxn modelId="{8E8385B7-1F86-4B5B-B4C3-F1430FEB111A}" type="presParOf" srcId="{333F9B4E-25F2-49C0-82C2-E5C596DDEECD}" destId="{CD683BD4-1188-448B-9F02-2174384D5FF8}" srcOrd="4" destOrd="0" presId="urn:microsoft.com/office/officeart/2005/8/layout/vList5"/>
    <dgm:cxn modelId="{DE141E6C-4E64-4AD3-897B-F317E715D556}" type="presParOf" srcId="{CD683BD4-1188-448B-9F02-2174384D5FF8}" destId="{04E412D5-8F27-4367-ADF8-CB267954D6A6}" srcOrd="0" destOrd="0" presId="urn:microsoft.com/office/officeart/2005/8/layout/vList5"/>
    <dgm:cxn modelId="{A155E1F3-9C22-4087-A352-C033C9CF0FBE}" type="presParOf" srcId="{CD683BD4-1188-448B-9F02-2174384D5FF8}" destId="{936191CA-6690-41A7-AF28-77BD4AAD398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9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13A70F00-627E-411C-AB78-DBAEB5ECB53C}" type="doc">
      <dgm:prSet loTypeId="urn:microsoft.com/office/officeart/2005/8/layout/vList5" loCatId="list" qsTypeId="urn:microsoft.com/office/officeart/2005/8/quickstyle/simple1#4" qsCatId="simple" csTypeId="urn:microsoft.com/office/officeart/2005/8/colors/accent1_2#4" csCatId="accent1" phldr="1"/>
      <dgm:spPr/>
      <dgm:t>
        <a:bodyPr/>
        <a:lstStyle/>
        <a:p>
          <a:endParaRPr lang="en-IN"/>
        </a:p>
      </dgm:t>
    </dgm:pt>
    <dgm:pt modelId="{D53A2AB7-04CD-4228-9436-0B76D3DC158D}">
      <dgm:prSet phldrT="[Text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IN" sz="3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Reduced Manual Effort</a:t>
          </a:r>
        </a:p>
      </dgm:t>
    </dgm:pt>
    <dgm:pt modelId="{47D04C83-70F5-463D-91BD-541C4756D305}" type="parTrans" cxnId="{820B2D4D-7F52-4D66-8F73-92B4082188C2}">
      <dgm:prSet/>
      <dgm:spPr/>
      <dgm:t>
        <a:bodyPr/>
        <a:lstStyle/>
        <a:p>
          <a:endParaRPr lang="en-IN"/>
        </a:p>
      </dgm:t>
    </dgm:pt>
    <dgm:pt modelId="{6B8DA953-5F9D-479B-8CB1-78C7C3685077}" type="sibTrans" cxnId="{820B2D4D-7F52-4D66-8F73-92B4082188C2}">
      <dgm:prSet/>
      <dgm:spPr/>
      <dgm:t>
        <a:bodyPr/>
        <a:lstStyle/>
        <a:p>
          <a:endParaRPr lang="en-IN"/>
        </a:p>
      </dgm:t>
    </dgm:pt>
    <dgm:pt modelId="{2A5667BD-DB5B-4F2B-B69B-DD4E51A5259E}">
      <dgm:prSet phldrT="[Text]"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pPr>
            <a:buNone/>
          </a:pPr>
          <a:r>
            <a: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Simplifies inspection work.</a:t>
          </a:r>
        </a:p>
      </dgm:t>
    </dgm:pt>
    <dgm:pt modelId="{55AE1C1F-1FBF-4F99-9C36-F9EAFA7E3578}" type="parTrans" cxnId="{92CBB8D7-A417-48FF-9FA2-712EEA8AD0A8}">
      <dgm:prSet/>
      <dgm:spPr/>
      <dgm:t>
        <a:bodyPr/>
        <a:lstStyle/>
        <a:p>
          <a:endParaRPr lang="en-IN"/>
        </a:p>
      </dgm:t>
    </dgm:pt>
    <dgm:pt modelId="{5F1A84F1-C81D-4647-A867-94D990F36EFA}" type="sibTrans" cxnId="{92CBB8D7-A417-48FF-9FA2-712EEA8AD0A8}">
      <dgm:prSet/>
      <dgm:spPr/>
      <dgm:t>
        <a:bodyPr/>
        <a:lstStyle/>
        <a:p>
          <a:endParaRPr lang="en-IN"/>
        </a:p>
      </dgm:t>
    </dgm:pt>
    <dgm:pt modelId="{CAC43BC8-6558-401B-BD85-76516E329DB4}">
      <dgm:prSet phldrT="[Text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IN" sz="3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Digital Records</a:t>
          </a:r>
        </a:p>
      </dgm:t>
    </dgm:pt>
    <dgm:pt modelId="{73793943-994F-4180-8D32-1F61276E399D}" type="parTrans" cxnId="{C7CBBACA-0C8D-471B-9892-2E5A3B66E3D7}">
      <dgm:prSet/>
      <dgm:spPr/>
      <dgm:t>
        <a:bodyPr/>
        <a:lstStyle/>
        <a:p>
          <a:endParaRPr lang="en-IN"/>
        </a:p>
      </dgm:t>
    </dgm:pt>
    <dgm:pt modelId="{2688574E-B8E2-4048-AE95-5F09C50C5B61}" type="sibTrans" cxnId="{C7CBBACA-0C8D-471B-9892-2E5A3B66E3D7}">
      <dgm:prSet/>
      <dgm:spPr/>
      <dgm:t>
        <a:bodyPr/>
        <a:lstStyle/>
        <a:p>
          <a:endParaRPr lang="en-IN"/>
        </a:p>
      </dgm:t>
    </dgm:pt>
    <dgm:pt modelId="{27D1E143-3EBE-47C8-A4AD-505FD3F8FE66}">
      <dgm:prSet phldrT="[Text]"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pPr algn="l">
            <a:buNone/>
          </a:pPr>
          <a:r>
            <a: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Maintains organized inspection history.</a:t>
          </a:r>
        </a:p>
      </dgm:t>
    </dgm:pt>
    <dgm:pt modelId="{3446175C-F82F-44C8-9F12-9F60C30AF9BC}" type="parTrans" cxnId="{5509EC0A-A4FA-497C-BB15-446E4279B1BF}">
      <dgm:prSet/>
      <dgm:spPr/>
      <dgm:t>
        <a:bodyPr/>
        <a:lstStyle/>
        <a:p>
          <a:endParaRPr lang="en-IN"/>
        </a:p>
      </dgm:t>
    </dgm:pt>
    <dgm:pt modelId="{37354122-CB11-46BB-BBB4-C9F32DFD1C05}" type="sibTrans" cxnId="{5509EC0A-A4FA-497C-BB15-446E4279B1BF}">
      <dgm:prSet/>
      <dgm:spPr/>
      <dgm:t>
        <a:bodyPr/>
        <a:lstStyle/>
        <a:p>
          <a:endParaRPr lang="en-IN"/>
        </a:p>
      </dgm:t>
    </dgm:pt>
    <dgm:pt modelId="{3FCFAF54-E5DF-4C4E-A13B-4E490B147477}">
      <dgm:prSet phldrT="[Text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pPr>
            <a:buNone/>
          </a:pPr>
          <a:r>
            <a:rPr lang="en-IN" sz="3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Accurate Reports</a:t>
          </a:r>
        </a:p>
      </dgm:t>
    </dgm:pt>
    <dgm:pt modelId="{3C0280BD-620F-4A3C-9CF1-EC1A37199816}" type="sibTrans" cxnId="{FCFE45F6-1669-456D-A59D-9A8D6D5ADC04}">
      <dgm:prSet/>
      <dgm:spPr/>
      <dgm:t>
        <a:bodyPr/>
        <a:lstStyle/>
        <a:p>
          <a:endParaRPr lang="en-IN"/>
        </a:p>
      </dgm:t>
    </dgm:pt>
    <dgm:pt modelId="{A3798A38-F60A-492A-814D-3637740C3B90}" type="parTrans" cxnId="{FCFE45F6-1669-456D-A59D-9A8D6D5ADC04}">
      <dgm:prSet/>
      <dgm:spPr/>
      <dgm:t>
        <a:bodyPr/>
        <a:lstStyle/>
        <a:p>
          <a:endParaRPr lang="en-IN"/>
        </a:p>
      </dgm:t>
    </dgm:pt>
    <dgm:pt modelId="{40C7CA64-7EEF-427A-B0AF-740C5F5701BD}">
      <dgm:prSet phldrT="[Text]" custT="1"/>
      <dgm:spPr>
        <a:solidFill>
          <a:schemeClr val="bg1">
            <a:lumMod val="85000"/>
            <a:alpha val="90000"/>
          </a:schemeClr>
        </a:solidFill>
      </dgm:spPr>
      <dgm:t>
        <a:bodyPr/>
        <a:lstStyle/>
        <a:p>
          <a:pPr algn="l">
            <a:buFont typeface="+mj-lt"/>
            <a:buNone/>
          </a:pPr>
          <a:r>
            <a: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Generates clear compliance reports. </a:t>
          </a:r>
        </a:p>
      </dgm:t>
    </dgm:pt>
    <dgm:pt modelId="{87204085-5543-453D-8765-8EF6427C84B7}" type="sibTrans" cxnId="{0F3A3038-14C8-41CF-AF57-58110FFCD0B9}">
      <dgm:prSet/>
      <dgm:spPr/>
      <dgm:t>
        <a:bodyPr/>
        <a:lstStyle/>
        <a:p>
          <a:endParaRPr lang="en-IN"/>
        </a:p>
      </dgm:t>
    </dgm:pt>
    <dgm:pt modelId="{87A69497-FE45-47C1-AAA1-99361652C925}" type="parTrans" cxnId="{0F3A3038-14C8-41CF-AF57-58110FFCD0B9}">
      <dgm:prSet/>
      <dgm:spPr/>
      <dgm:t>
        <a:bodyPr/>
        <a:lstStyle/>
        <a:p>
          <a:endParaRPr lang="en-IN"/>
        </a:p>
      </dgm:t>
    </dgm:pt>
    <dgm:pt modelId="{333F9B4E-25F2-49C0-82C2-E5C596DDEECD}" type="pres">
      <dgm:prSet presAssocID="{13A70F00-627E-411C-AB78-DBAEB5ECB53C}" presName="Name0" presStyleCnt="0">
        <dgm:presLayoutVars>
          <dgm:dir/>
          <dgm:animLvl val="lvl"/>
          <dgm:resizeHandles val="exact"/>
        </dgm:presLayoutVars>
      </dgm:prSet>
      <dgm:spPr/>
    </dgm:pt>
    <dgm:pt modelId="{F37A2127-C595-437A-A58D-5230960A025C}" type="pres">
      <dgm:prSet presAssocID="{D53A2AB7-04CD-4228-9436-0B76D3DC158D}" presName="linNode" presStyleCnt="0"/>
      <dgm:spPr/>
    </dgm:pt>
    <dgm:pt modelId="{93959DDE-76FC-4BB7-B140-A78FFB2D62A2}" type="pres">
      <dgm:prSet presAssocID="{D53A2AB7-04CD-4228-9436-0B76D3DC158D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C9C8D347-D2A3-4E9B-95B7-29F38D864065}" type="pres">
      <dgm:prSet presAssocID="{D53A2AB7-04CD-4228-9436-0B76D3DC158D}" presName="descendantText" presStyleLbl="alignAccFollowNode1" presStyleIdx="0" presStyleCnt="3">
        <dgm:presLayoutVars>
          <dgm:bulletEnabled val="1"/>
        </dgm:presLayoutVars>
      </dgm:prSet>
      <dgm:spPr/>
    </dgm:pt>
    <dgm:pt modelId="{350B4087-6980-4EED-816F-D26C9B421E59}" type="pres">
      <dgm:prSet presAssocID="{6B8DA953-5F9D-479B-8CB1-78C7C3685077}" presName="sp" presStyleCnt="0"/>
      <dgm:spPr/>
    </dgm:pt>
    <dgm:pt modelId="{58C844C0-E791-4DC0-AA9D-D2D95AE1651A}" type="pres">
      <dgm:prSet presAssocID="{CAC43BC8-6558-401B-BD85-76516E329DB4}" presName="linNode" presStyleCnt="0"/>
      <dgm:spPr/>
    </dgm:pt>
    <dgm:pt modelId="{07FEB140-FB24-41FD-A00F-CB2DE1D923F6}" type="pres">
      <dgm:prSet presAssocID="{CAC43BC8-6558-401B-BD85-76516E329DB4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0A8E7777-CF83-453C-B5EC-806EB161AF2C}" type="pres">
      <dgm:prSet presAssocID="{CAC43BC8-6558-401B-BD85-76516E329DB4}" presName="descendantText" presStyleLbl="alignAccFollowNode1" presStyleIdx="1" presStyleCnt="3">
        <dgm:presLayoutVars>
          <dgm:bulletEnabled val="1"/>
        </dgm:presLayoutVars>
      </dgm:prSet>
      <dgm:spPr/>
    </dgm:pt>
    <dgm:pt modelId="{0E22221E-D8C0-48D3-9E9C-27FF56A85CEB}" type="pres">
      <dgm:prSet presAssocID="{2688574E-B8E2-4048-AE95-5F09C50C5B61}" presName="sp" presStyleCnt="0"/>
      <dgm:spPr/>
    </dgm:pt>
    <dgm:pt modelId="{CD683BD4-1188-448B-9F02-2174384D5FF8}" type="pres">
      <dgm:prSet presAssocID="{3FCFAF54-E5DF-4C4E-A13B-4E490B147477}" presName="linNode" presStyleCnt="0"/>
      <dgm:spPr/>
    </dgm:pt>
    <dgm:pt modelId="{04E412D5-8F27-4367-ADF8-CB267954D6A6}" type="pres">
      <dgm:prSet presAssocID="{3FCFAF54-E5DF-4C4E-A13B-4E490B147477}" presName="parentText" presStyleLbl="node1" presStyleIdx="2" presStyleCnt="3" custLinFactNeighborX="-55249" custLinFactNeighborY="90644">
        <dgm:presLayoutVars>
          <dgm:chMax val="1"/>
          <dgm:bulletEnabled val="1"/>
        </dgm:presLayoutVars>
      </dgm:prSet>
      <dgm:spPr/>
    </dgm:pt>
    <dgm:pt modelId="{936191CA-6690-41A7-AF28-77BD4AAD3983}" type="pres">
      <dgm:prSet presAssocID="{3FCFAF54-E5DF-4C4E-A13B-4E490B147477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5509EC0A-A4FA-497C-BB15-446E4279B1BF}" srcId="{CAC43BC8-6558-401B-BD85-76516E329DB4}" destId="{27D1E143-3EBE-47C8-A4AD-505FD3F8FE66}" srcOrd="0" destOrd="0" parTransId="{3446175C-F82F-44C8-9F12-9F60C30AF9BC}" sibTransId="{37354122-CB11-46BB-BBB4-C9F32DFD1C05}"/>
    <dgm:cxn modelId="{0F3A3038-14C8-41CF-AF57-58110FFCD0B9}" srcId="{3FCFAF54-E5DF-4C4E-A13B-4E490B147477}" destId="{40C7CA64-7EEF-427A-B0AF-740C5F5701BD}" srcOrd="0" destOrd="0" parTransId="{87A69497-FE45-47C1-AAA1-99361652C925}" sibTransId="{87204085-5543-453D-8765-8EF6427C84B7}"/>
    <dgm:cxn modelId="{DBBF045E-ABDE-46AC-8264-778D04AE2B16}" type="presOf" srcId="{3FCFAF54-E5DF-4C4E-A13B-4E490B147477}" destId="{04E412D5-8F27-4367-ADF8-CB267954D6A6}" srcOrd="0" destOrd="0" presId="urn:microsoft.com/office/officeart/2005/8/layout/vList5"/>
    <dgm:cxn modelId="{820B2D4D-7F52-4D66-8F73-92B4082188C2}" srcId="{13A70F00-627E-411C-AB78-DBAEB5ECB53C}" destId="{D53A2AB7-04CD-4228-9436-0B76D3DC158D}" srcOrd="0" destOrd="0" parTransId="{47D04C83-70F5-463D-91BD-541C4756D305}" sibTransId="{6B8DA953-5F9D-479B-8CB1-78C7C3685077}"/>
    <dgm:cxn modelId="{F03CF580-1379-4A23-B92F-72EDC9DE7556}" type="presOf" srcId="{D53A2AB7-04CD-4228-9436-0B76D3DC158D}" destId="{93959DDE-76FC-4BB7-B140-A78FFB2D62A2}" srcOrd="0" destOrd="0" presId="urn:microsoft.com/office/officeart/2005/8/layout/vList5"/>
    <dgm:cxn modelId="{61CC0584-4744-4FA8-99E8-B673AC192539}" type="presOf" srcId="{13A70F00-627E-411C-AB78-DBAEB5ECB53C}" destId="{333F9B4E-25F2-49C0-82C2-E5C596DDEECD}" srcOrd="0" destOrd="0" presId="urn:microsoft.com/office/officeart/2005/8/layout/vList5"/>
    <dgm:cxn modelId="{5F2F0388-7F52-4C4A-8904-84B25710D58D}" type="presOf" srcId="{27D1E143-3EBE-47C8-A4AD-505FD3F8FE66}" destId="{0A8E7777-CF83-453C-B5EC-806EB161AF2C}" srcOrd="0" destOrd="0" presId="urn:microsoft.com/office/officeart/2005/8/layout/vList5"/>
    <dgm:cxn modelId="{CECE5DBC-1717-4D51-97EA-55CA1FFB0DF8}" type="presOf" srcId="{40C7CA64-7EEF-427A-B0AF-740C5F5701BD}" destId="{936191CA-6690-41A7-AF28-77BD4AAD3983}" srcOrd="0" destOrd="0" presId="urn:microsoft.com/office/officeart/2005/8/layout/vList5"/>
    <dgm:cxn modelId="{D3B85BC3-E311-4480-8980-80FDC345E1DA}" type="presOf" srcId="{2A5667BD-DB5B-4F2B-B69B-DD4E51A5259E}" destId="{C9C8D347-D2A3-4E9B-95B7-29F38D864065}" srcOrd="0" destOrd="0" presId="urn:microsoft.com/office/officeart/2005/8/layout/vList5"/>
    <dgm:cxn modelId="{C7CBBACA-0C8D-471B-9892-2E5A3B66E3D7}" srcId="{13A70F00-627E-411C-AB78-DBAEB5ECB53C}" destId="{CAC43BC8-6558-401B-BD85-76516E329DB4}" srcOrd="1" destOrd="0" parTransId="{73793943-994F-4180-8D32-1F61276E399D}" sibTransId="{2688574E-B8E2-4048-AE95-5F09C50C5B61}"/>
    <dgm:cxn modelId="{92CBB8D7-A417-48FF-9FA2-712EEA8AD0A8}" srcId="{D53A2AB7-04CD-4228-9436-0B76D3DC158D}" destId="{2A5667BD-DB5B-4F2B-B69B-DD4E51A5259E}" srcOrd="0" destOrd="0" parTransId="{55AE1C1F-1FBF-4F99-9C36-F9EAFA7E3578}" sibTransId="{5F1A84F1-C81D-4647-A867-94D990F36EFA}"/>
    <dgm:cxn modelId="{FCFE45F6-1669-456D-A59D-9A8D6D5ADC04}" srcId="{13A70F00-627E-411C-AB78-DBAEB5ECB53C}" destId="{3FCFAF54-E5DF-4C4E-A13B-4E490B147477}" srcOrd="2" destOrd="0" parTransId="{A3798A38-F60A-492A-814D-3637740C3B90}" sibTransId="{3C0280BD-620F-4A3C-9CF1-EC1A37199816}"/>
    <dgm:cxn modelId="{5A8E50F9-B72F-4D8A-9F38-7181B4633AD5}" type="presOf" srcId="{CAC43BC8-6558-401B-BD85-76516E329DB4}" destId="{07FEB140-FB24-41FD-A00F-CB2DE1D923F6}" srcOrd="0" destOrd="0" presId="urn:microsoft.com/office/officeart/2005/8/layout/vList5"/>
    <dgm:cxn modelId="{A73AF705-650B-4C18-A90F-6564CD9930B3}" type="presParOf" srcId="{333F9B4E-25F2-49C0-82C2-E5C596DDEECD}" destId="{F37A2127-C595-437A-A58D-5230960A025C}" srcOrd="0" destOrd="0" presId="urn:microsoft.com/office/officeart/2005/8/layout/vList5"/>
    <dgm:cxn modelId="{26F83D92-B568-46B7-A8C8-2DFD5FDF1E64}" type="presParOf" srcId="{F37A2127-C595-437A-A58D-5230960A025C}" destId="{93959DDE-76FC-4BB7-B140-A78FFB2D62A2}" srcOrd="0" destOrd="0" presId="urn:microsoft.com/office/officeart/2005/8/layout/vList5"/>
    <dgm:cxn modelId="{3B1007F1-30FE-4A3A-90DE-EEED8A119DCC}" type="presParOf" srcId="{F37A2127-C595-437A-A58D-5230960A025C}" destId="{C9C8D347-D2A3-4E9B-95B7-29F38D864065}" srcOrd="1" destOrd="0" presId="urn:microsoft.com/office/officeart/2005/8/layout/vList5"/>
    <dgm:cxn modelId="{047B3D9A-5132-4854-A60E-6EBBD20C2E4E}" type="presParOf" srcId="{333F9B4E-25F2-49C0-82C2-E5C596DDEECD}" destId="{350B4087-6980-4EED-816F-D26C9B421E59}" srcOrd="1" destOrd="0" presId="urn:microsoft.com/office/officeart/2005/8/layout/vList5"/>
    <dgm:cxn modelId="{F0A31082-D194-4C77-B6AA-F9207E114B2E}" type="presParOf" srcId="{333F9B4E-25F2-49C0-82C2-E5C596DDEECD}" destId="{58C844C0-E791-4DC0-AA9D-D2D95AE1651A}" srcOrd="2" destOrd="0" presId="urn:microsoft.com/office/officeart/2005/8/layout/vList5"/>
    <dgm:cxn modelId="{7FA9B5BB-0C86-4658-8879-CC57A4B4D051}" type="presParOf" srcId="{58C844C0-E791-4DC0-AA9D-D2D95AE1651A}" destId="{07FEB140-FB24-41FD-A00F-CB2DE1D923F6}" srcOrd="0" destOrd="0" presId="urn:microsoft.com/office/officeart/2005/8/layout/vList5"/>
    <dgm:cxn modelId="{4218691B-D500-4E2F-B5F9-E9FFA84A117F}" type="presParOf" srcId="{58C844C0-E791-4DC0-AA9D-D2D95AE1651A}" destId="{0A8E7777-CF83-453C-B5EC-806EB161AF2C}" srcOrd="1" destOrd="0" presId="urn:microsoft.com/office/officeart/2005/8/layout/vList5"/>
    <dgm:cxn modelId="{564CC33F-9DED-45F2-B085-ECEC2DCC74CE}" type="presParOf" srcId="{333F9B4E-25F2-49C0-82C2-E5C596DDEECD}" destId="{0E22221E-D8C0-48D3-9E9C-27FF56A85CEB}" srcOrd="3" destOrd="0" presId="urn:microsoft.com/office/officeart/2005/8/layout/vList5"/>
    <dgm:cxn modelId="{8E8385B7-1F86-4B5B-B4C3-F1430FEB111A}" type="presParOf" srcId="{333F9B4E-25F2-49C0-82C2-E5C596DDEECD}" destId="{CD683BD4-1188-448B-9F02-2174384D5FF8}" srcOrd="4" destOrd="0" presId="urn:microsoft.com/office/officeart/2005/8/layout/vList5"/>
    <dgm:cxn modelId="{DE141E6C-4E64-4AD3-897B-F317E715D556}" type="presParOf" srcId="{CD683BD4-1188-448B-9F02-2174384D5FF8}" destId="{04E412D5-8F27-4367-ADF8-CB267954D6A6}" srcOrd="0" destOrd="0" presId="urn:microsoft.com/office/officeart/2005/8/layout/vList5"/>
    <dgm:cxn modelId="{A155E1F3-9C22-4087-A352-C033C9CF0FBE}" type="presParOf" srcId="{CD683BD4-1188-448B-9F02-2174384D5FF8}" destId="{936191CA-6690-41A7-AF28-77BD4AAD398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24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0764A9-2A8E-4A6C-A95D-68B4CD5766DE}">
      <dsp:nvSpPr>
        <dsp:cNvPr id="0" name=""/>
        <dsp:cNvSpPr/>
      </dsp:nvSpPr>
      <dsp:spPr>
        <a:xfrm rot="5400000">
          <a:off x="4869777" y="-1865859"/>
          <a:ext cx="1090910" cy="5096689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IN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Simplifies checking of</a:t>
          </a:r>
          <a:endParaRPr lang="en-IN" sz="2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IN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mandatory declarations</a:t>
          </a:r>
          <a:r>
            <a:rPr lang="en-IN" sz="2800" kern="1200" dirty="0"/>
            <a:t>.</a:t>
          </a:r>
          <a:endParaRPr lang="en-IN" sz="2800" kern="1200" dirty="0">
            <a:solidFill>
              <a:schemeClr val="tx1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 rot="-5400000">
        <a:off x="2866888" y="190284"/>
        <a:ext cx="5043435" cy="984402"/>
      </dsp:txXfrm>
    </dsp:sp>
    <dsp:sp modelId="{9B7FB889-3897-41D6-9A96-AA07193BB9DB}">
      <dsp:nvSpPr>
        <dsp:cNvPr id="0" name=""/>
        <dsp:cNvSpPr/>
      </dsp:nvSpPr>
      <dsp:spPr>
        <a:xfrm>
          <a:off x="0" y="1332"/>
          <a:ext cx="2866888" cy="1363638"/>
        </a:xfrm>
        <a:prstGeom prst="roundRect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Easy Label Verification</a:t>
          </a:r>
        </a:p>
      </dsp:txBody>
      <dsp:txXfrm>
        <a:off x="66567" y="67899"/>
        <a:ext cx="2733754" cy="12305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8D347-D2A3-4E9B-95B7-29F38D864065}">
      <dsp:nvSpPr>
        <dsp:cNvPr id="0" name=""/>
        <dsp:cNvSpPr/>
      </dsp:nvSpPr>
      <dsp:spPr>
        <a:xfrm rot="5400000">
          <a:off x="4866670" y="-1840634"/>
          <a:ext cx="1148018" cy="5120640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bg1">
              <a:alpha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Speeds up compliance checking.</a:t>
          </a:r>
        </a:p>
      </dsp:txBody>
      <dsp:txXfrm rot="-5400000">
        <a:off x="2880359" y="201719"/>
        <a:ext cx="5064598" cy="1035934"/>
      </dsp:txXfrm>
    </dsp:sp>
    <dsp:sp modelId="{93959DDE-76FC-4BB7-B140-A78FFB2D62A2}">
      <dsp:nvSpPr>
        <dsp:cNvPr id="0" name=""/>
        <dsp:cNvSpPr/>
      </dsp:nvSpPr>
      <dsp:spPr>
        <a:xfrm>
          <a:off x="0" y="2174"/>
          <a:ext cx="2880360" cy="1435023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Faster Inspections</a:t>
          </a:r>
        </a:p>
      </dsp:txBody>
      <dsp:txXfrm>
        <a:off x="70052" y="72226"/>
        <a:ext cx="2740256" cy="1294919"/>
      </dsp:txXfrm>
    </dsp:sp>
    <dsp:sp modelId="{0A8E7777-CF83-453C-B5EC-806EB161AF2C}">
      <dsp:nvSpPr>
        <dsp:cNvPr id="0" name=""/>
        <dsp:cNvSpPr/>
      </dsp:nvSpPr>
      <dsp:spPr>
        <a:xfrm rot="5400000">
          <a:off x="4866670" y="-333860"/>
          <a:ext cx="1148018" cy="5120640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Enables quick detection of violations.</a:t>
          </a:r>
        </a:p>
      </dsp:txBody>
      <dsp:txXfrm rot="-5400000">
        <a:off x="2880359" y="1708493"/>
        <a:ext cx="5064598" cy="1035934"/>
      </dsp:txXfrm>
    </dsp:sp>
    <dsp:sp modelId="{07FEB140-FB24-41FD-A00F-CB2DE1D923F6}">
      <dsp:nvSpPr>
        <dsp:cNvPr id="0" name=""/>
        <dsp:cNvSpPr/>
      </dsp:nvSpPr>
      <dsp:spPr>
        <a:xfrm>
          <a:off x="0" y="1508948"/>
          <a:ext cx="2880360" cy="1435023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Better Enforcement</a:t>
          </a:r>
        </a:p>
      </dsp:txBody>
      <dsp:txXfrm>
        <a:off x="70052" y="1579000"/>
        <a:ext cx="2740256" cy="1294919"/>
      </dsp:txXfrm>
    </dsp:sp>
    <dsp:sp modelId="{936191CA-6690-41A7-AF28-77BD4AAD3983}">
      <dsp:nvSpPr>
        <dsp:cNvPr id="0" name=""/>
        <dsp:cNvSpPr/>
      </dsp:nvSpPr>
      <dsp:spPr>
        <a:xfrm rot="5400000">
          <a:off x="4866670" y="1172914"/>
          <a:ext cx="1148018" cy="5120640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Promotes accurate</a:t>
          </a:r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product information.</a:t>
          </a:r>
        </a:p>
      </dsp:txBody>
      <dsp:txXfrm rot="-5400000">
        <a:off x="2880359" y="3215267"/>
        <a:ext cx="5064598" cy="1035934"/>
      </dsp:txXfrm>
    </dsp:sp>
    <dsp:sp modelId="{04E412D5-8F27-4367-ADF8-CB267954D6A6}">
      <dsp:nvSpPr>
        <dsp:cNvPr id="0" name=""/>
        <dsp:cNvSpPr/>
      </dsp:nvSpPr>
      <dsp:spPr>
        <a:xfrm>
          <a:off x="0" y="3015722"/>
          <a:ext cx="2880360" cy="1435023"/>
        </a:xfrm>
        <a:prstGeom prst="roundRect">
          <a:avLst/>
        </a:prstGeom>
        <a:solidFill>
          <a:schemeClr val="accent3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Consumer Safety</a:t>
          </a:r>
        </a:p>
      </dsp:txBody>
      <dsp:txXfrm>
        <a:off x="70052" y="3085774"/>
        <a:ext cx="2740256" cy="129491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C8D347-D2A3-4E9B-95B7-29F38D864065}">
      <dsp:nvSpPr>
        <dsp:cNvPr id="0" name=""/>
        <dsp:cNvSpPr/>
      </dsp:nvSpPr>
      <dsp:spPr>
        <a:xfrm rot="5400000">
          <a:off x="4865895" y="-1839662"/>
          <a:ext cx="1149568" cy="5120640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Simplifies inspection work.</a:t>
          </a:r>
        </a:p>
      </dsp:txBody>
      <dsp:txXfrm rot="-5400000">
        <a:off x="2880360" y="201990"/>
        <a:ext cx="5064523" cy="1037334"/>
      </dsp:txXfrm>
    </dsp:sp>
    <dsp:sp modelId="{93959DDE-76FC-4BB7-B140-A78FFB2D62A2}">
      <dsp:nvSpPr>
        <dsp:cNvPr id="0" name=""/>
        <dsp:cNvSpPr/>
      </dsp:nvSpPr>
      <dsp:spPr>
        <a:xfrm>
          <a:off x="0" y="2177"/>
          <a:ext cx="2880360" cy="1436961"/>
        </a:xfrm>
        <a:prstGeom prst="roundRect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Reduced Manual Effort</a:t>
          </a:r>
        </a:p>
      </dsp:txBody>
      <dsp:txXfrm>
        <a:off x="70147" y="72324"/>
        <a:ext cx="2740066" cy="1296667"/>
      </dsp:txXfrm>
    </dsp:sp>
    <dsp:sp modelId="{0A8E7777-CF83-453C-B5EC-806EB161AF2C}">
      <dsp:nvSpPr>
        <dsp:cNvPr id="0" name=""/>
        <dsp:cNvSpPr/>
      </dsp:nvSpPr>
      <dsp:spPr>
        <a:xfrm rot="5400000">
          <a:off x="4865895" y="-330853"/>
          <a:ext cx="1149568" cy="5120640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IN" sz="2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Maintains organized inspection history.</a:t>
          </a:r>
        </a:p>
      </dsp:txBody>
      <dsp:txXfrm rot="-5400000">
        <a:off x="2880360" y="1710799"/>
        <a:ext cx="5064523" cy="1037334"/>
      </dsp:txXfrm>
    </dsp:sp>
    <dsp:sp modelId="{07FEB140-FB24-41FD-A00F-CB2DE1D923F6}">
      <dsp:nvSpPr>
        <dsp:cNvPr id="0" name=""/>
        <dsp:cNvSpPr/>
      </dsp:nvSpPr>
      <dsp:spPr>
        <a:xfrm>
          <a:off x="0" y="1510986"/>
          <a:ext cx="2880360" cy="1436961"/>
        </a:xfrm>
        <a:prstGeom prst="roundRect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Digital Records</a:t>
          </a:r>
        </a:p>
      </dsp:txBody>
      <dsp:txXfrm>
        <a:off x="70147" y="1581133"/>
        <a:ext cx="2740066" cy="1296667"/>
      </dsp:txXfrm>
    </dsp:sp>
    <dsp:sp modelId="{936191CA-6690-41A7-AF28-77BD4AAD3983}">
      <dsp:nvSpPr>
        <dsp:cNvPr id="0" name=""/>
        <dsp:cNvSpPr/>
      </dsp:nvSpPr>
      <dsp:spPr>
        <a:xfrm rot="5400000">
          <a:off x="4865895" y="1177956"/>
          <a:ext cx="1149568" cy="5120640"/>
        </a:xfrm>
        <a:prstGeom prst="round2SameRect">
          <a:avLst/>
        </a:prstGeom>
        <a:solidFill>
          <a:schemeClr val="bg1">
            <a:lumMod val="85000"/>
            <a:alpha val="9000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123825" rIns="247650" bIns="123825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+mj-lt"/>
            <a:buNone/>
          </a:pPr>
          <a:r>
            <a:rPr lang="en-IN" sz="2800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Generates clear compliance reports. </a:t>
          </a:r>
        </a:p>
      </dsp:txBody>
      <dsp:txXfrm rot="-5400000">
        <a:off x="2880360" y="3219609"/>
        <a:ext cx="5064523" cy="1037334"/>
      </dsp:txXfrm>
    </dsp:sp>
    <dsp:sp modelId="{04E412D5-8F27-4367-ADF8-CB267954D6A6}">
      <dsp:nvSpPr>
        <dsp:cNvPr id="0" name=""/>
        <dsp:cNvSpPr/>
      </dsp:nvSpPr>
      <dsp:spPr>
        <a:xfrm>
          <a:off x="0" y="3021972"/>
          <a:ext cx="2880360" cy="1436961"/>
        </a:xfrm>
        <a:prstGeom prst="roundRect">
          <a:avLst/>
        </a:prstGeom>
        <a:solidFill>
          <a:schemeClr val="accent4">
            <a:lumMod val="60000"/>
            <a:lumOff val="4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62865" rIns="125730" bIns="62865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300" b="1" kern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Accurate Reports</a:t>
          </a:r>
        </a:p>
      </dsp:txBody>
      <dsp:txXfrm>
        <a:off x="70147" y="3092119"/>
        <a:ext cx="2740066" cy="129666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23.09.2026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3_0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13" Type="http://schemas.openxmlformats.org/officeDocument/2006/relationships/diagramColors" Target="../diagrams/colors2.xml"/><Relationship Id="rId18" Type="http://schemas.openxmlformats.org/officeDocument/2006/relationships/diagramColors" Target="../diagrams/colors3.xml"/><Relationship Id="rId3" Type="http://schemas.openxmlformats.org/officeDocument/2006/relationships/image" Target="../media/image2.jpeg"/><Relationship Id="rId21" Type="http://schemas.openxmlformats.org/officeDocument/2006/relationships/diagramLayout" Target="../diagrams/layout4.xml"/><Relationship Id="rId7" Type="http://schemas.openxmlformats.org/officeDocument/2006/relationships/diagramQuickStyle" Target="../diagrams/quickStyle1.xml"/><Relationship Id="rId12" Type="http://schemas.openxmlformats.org/officeDocument/2006/relationships/diagramQuickStyle" Target="../diagrams/quickStyle2.xml"/><Relationship Id="rId17" Type="http://schemas.openxmlformats.org/officeDocument/2006/relationships/diagramQuickStyle" Target="../diagrams/quickStyle3.xml"/><Relationship Id="rId2" Type="http://schemas.openxmlformats.org/officeDocument/2006/relationships/notesSlide" Target="../notesSlides/notesSlide4.xml"/><Relationship Id="rId16" Type="http://schemas.openxmlformats.org/officeDocument/2006/relationships/diagramLayout" Target="../diagrams/layout3.xml"/><Relationship Id="rId20" Type="http://schemas.openxmlformats.org/officeDocument/2006/relationships/diagramData" Target="../diagrams/data4.xml"/><Relationship Id="rId1" Type="http://schemas.openxmlformats.org/officeDocument/2006/relationships/slideLayout" Target="../slideLayouts/slideLayout7.xml"/><Relationship Id="rId6" Type="http://schemas.openxmlformats.org/officeDocument/2006/relationships/diagramLayout" Target="../diagrams/layout1.xml"/><Relationship Id="rId11" Type="http://schemas.openxmlformats.org/officeDocument/2006/relationships/diagramLayout" Target="../diagrams/layout2.xml"/><Relationship Id="rId24" Type="http://schemas.microsoft.com/office/2007/relationships/diagramDrawing" Target="../diagrams/drawing4.xml"/><Relationship Id="rId5" Type="http://schemas.openxmlformats.org/officeDocument/2006/relationships/diagramData" Target="../diagrams/data1.xml"/><Relationship Id="rId15" Type="http://schemas.openxmlformats.org/officeDocument/2006/relationships/diagramData" Target="../diagrams/data3.xml"/><Relationship Id="rId23" Type="http://schemas.openxmlformats.org/officeDocument/2006/relationships/diagramColors" Target="../diagrams/colors4.xml"/><Relationship Id="rId10" Type="http://schemas.openxmlformats.org/officeDocument/2006/relationships/diagramData" Target="../diagrams/data2.xml"/><Relationship Id="rId19" Type="http://schemas.microsoft.com/office/2007/relationships/diagramDrawing" Target="../diagrams/drawing3.xml"/><Relationship Id="rId4" Type="http://schemas.openxmlformats.org/officeDocument/2006/relationships/image" Target="../media/image3.png"/><Relationship Id="rId9" Type="http://schemas.microsoft.com/office/2007/relationships/diagramDrawing" Target="../diagrams/drawing1.xml"/><Relationship Id="rId14" Type="http://schemas.microsoft.com/office/2007/relationships/diagramDrawing" Target="../diagrams/drawing2.xml"/><Relationship Id="rId22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dblp.org/rec/conf/icdar/Smith07.html" TargetMode="External"/><Relationship Id="rId3" Type="http://schemas.openxmlformats.org/officeDocument/2006/relationships/image" Target="../media/image2.jpeg"/><Relationship Id="rId7" Type="http://schemas.openxmlformats.org/officeDocument/2006/relationships/hyperlink" Target="https://consumeraffairs.gov.in/pages/legal-metrology-overview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consumeraffairs.gov.in/public/upload/admin/cmsfiles/whatsnews/Book_on_Legal_Metrology_Packaged_Commodities_Rules%2C2011_with_all_amendments_whatsnews.pdf" TargetMode="External"/><Relationship Id="rId5" Type="http://schemas.openxmlformats.org/officeDocument/2006/relationships/hyperlink" Target="https://consumeraffairs.gov.in/pages/legal-metrology-act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693172" y="283902"/>
            <a:ext cx="15348556" cy="1277264"/>
            <a:chOff x="0" y="0"/>
            <a:chExt cx="20464742" cy="170301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64740" cy="1703024"/>
            </a:xfrm>
            <a:custGeom>
              <a:avLst/>
              <a:gdLst/>
              <a:ahLst/>
              <a:cxnLst/>
              <a:rect l="l" t="t" r="r" b="b"/>
              <a:pathLst>
                <a:path w="20464740" h="1703024">
                  <a:moveTo>
                    <a:pt x="0" y="0"/>
                  </a:moveTo>
                  <a:lnTo>
                    <a:pt x="20464740" y="0"/>
                  </a:lnTo>
                  <a:lnTo>
                    <a:pt x="20464740" y="1703024"/>
                  </a:lnTo>
                  <a:lnTo>
                    <a:pt x="0" y="17030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4146" b="-184145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19050"/>
              <a:ext cx="20464742" cy="17220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80021" y="3042218"/>
            <a:ext cx="13203088" cy="6297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endParaRPr dirty="0"/>
          </a:p>
          <a:p>
            <a:pPr marL="651510" lvl="1" indent="-325755" algn="just">
              <a:lnSpc>
                <a:spcPts val="864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– SIH26034</a:t>
            </a:r>
          </a:p>
          <a:p>
            <a:pPr marL="542925" lvl="1" indent="-271462" algn="just">
              <a:lnSpc>
                <a:spcPts val="3600"/>
              </a:lnSpc>
              <a:buFont typeface="Arial"/>
              <a:buChar char="•"/>
            </a:pPr>
            <a:r>
              <a:rPr lang="en-US" sz="30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Title- Software System to check compliance of Packaged Commodities under Legal Metrology(Packaged Commodities) Rules, 2011 by scanning products, images and labels.</a:t>
            </a:r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Theme- Miscellaneous</a:t>
            </a:r>
            <a:endParaRPr lang="en-US" sz="36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Category- Software</a:t>
            </a:r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</a:p>
          <a:p>
            <a:pPr marL="651510" lvl="1" indent="-325755" algn="just">
              <a:lnSpc>
                <a:spcPts val="6480"/>
              </a:lnSpc>
              <a:buFont typeface="Arial"/>
              <a:buChar char="•"/>
            </a:pPr>
            <a:r>
              <a:rPr lang="en-US" sz="3600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</a:t>
            </a:r>
            <a:r>
              <a:rPr lang="en-US" sz="3600" b="1" dirty="0" err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Complix</a:t>
            </a:r>
            <a:endParaRPr lang="en-US" sz="3600" b="1" dirty="0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9" name="Group 9"/>
          <p:cNvGrpSpPr/>
          <p:nvPr/>
        </p:nvGrpSpPr>
        <p:grpSpPr>
          <a:xfrm>
            <a:off x="15205586" y="2248"/>
            <a:ext cx="2839317" cy="1340672"/>
            <a:chOff x="0" y="0"/>
            <a:chExt cx="3785756" cy="178756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3785743" cy="1787525"/>
            </a:xfrm>
            <a:custGeom>
              <a:avLst/>
              <a:gdLst/>
              <a:ahLst/>
              <a:cxnLst/>
              <a:rect l="l" t="t" r="r" b="b"/>
              <a:pathLst>
                <a:path w="3785743" h="1787525">
                  <a:moveTo>
                    <a:pt x="0" y="0"/>
                  </a:moveTo>
                  <a:lnTo>
                    <a:pt x="3785743" y="0"/>
                  </a:lnTo>
                  <a:lnTo>
                    <a:pt x="3785743" y="1787525"/>
                  </a:lnTo>
                  <a:lnTo>
                    <a:pt x="0" y="178752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-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1252299" y="1934499"/>
            <a:ext cx="14623552" cy="1968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b="1" dirty="0">
                <a:solidFill>
                  <a:srgbClr val="E46C0A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SOFTWARE SYSTEM TO CHECK COMPLIANCE OF PACKAGED COMMODITIES</a:t>
            </a:r>
          </a:p>
          <a:p>
            <a:pPr algn="l">
              <a:lnSpc>
                <a:spcPts val="5759"/>
              </a:lnSpc>
            </a:pPr>
            <a:endParaRPr lang="en-US" sz="4800" b="1" dirty="0">
              <a:solidFill>
                <a:srgbClr val="E46C0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40D1AD3-1BB4-61B7-B649-A8161CD6B36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9916"/>
          <a:stretch/>
        </p:blipFill>
        <p:spPr>
          <a:xfrm>
            <a:off x="14249400" y="3042215"/>
            <a:ext cx="4038600" cy="46158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4039669" y="342900"/>
            <a:ext cx="11809931" cy="662475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5040"/>
              </a:lnSpc>
            </a:pPr>
            <a:endParaRPr lang="en-US" sz="4200" b="1">
              <a:solidFill>
                <a:srgbClr val="E46C0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6480"/>
              </a:lnSpc>
            </a:pPr>
            <a:endParaRPr lang="en-US" sz="4200" b="1">
              <a:solidFill>
                <a:srgbClr val="E46C0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ctr">
              <a:lnSpc>
                <a:spcPts val="5040"/>
              </a:lnSpc>
            </a:pPr>
            <a:endParaRPr lang="en-US" sz="4200" b="1">
              <a:solidFill>
                <a:srgbClr val="E46C0A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15487" y="489595"/>
            <a:ext cx="2434123" cy="751113"/>
            <a:chOff x="0" y="0"/>
            <a:chExt cx="3245498" cy="1001484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3245485" cy="1001522"/>
            </a:xfrm>
            <a:custGeom>
              <a:avLst/>
              <a:gdLst/>
              <a:ahLst/>
              <a:cxnLst/>
              <a:rect l="l" t="t" r="r" b="b"/>
              <a:pathLst>
                <a:path w="3245485" h="1001522">
                  <a:moveTo>
                    <a:pt x="0" y="500761"/>
                  </a:moveTo>
                  <a:cubicBezTo>
                    <a:pt x="0" y="224155"/>
                    <a:pt x="726567" y="0"/>
                    <a:pt x="1622806" y="0"/>
                  </a:cubicBezTo>
                  <a:cubicBezTo>
                    <a:pt x="2519045" y="0"/>
                    <a:pt x="3245485" y="224155"/>
                    <a:pt x="3245485" y="500761"/>
                  </a:cubicBezTo>
                  <a:cubicBezTo>
                    <a:pt x="3245485" y="777367"/>
                    <a:pt x="2518918" y="1001522"/>
                    <a:pt x="1622806" y="1001522"/>
                  </a:cubicBezTo>
                  <a:cubicBezTo>
                    <a:pt x="726694" y="1001522"/>
                    <a:pt x="0" y="777240"/>
                    <a:pt x="0" y="500761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3245498" cy="1058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Complix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498994" y="139408"/>
            <a:ext cx="2317309" cy="1092079"/>
            <a:chOff x="0" y="0"/>
            <a:chExt cx="2825585" cy="133418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25623" cy="1334135"/>
            </a:xfrm>
            <a:custGeom>
              <a:avLst/>
              <a:gdLst/>
              <a:ahLst/>
              <a:cxnLst/>
              <a:rect l="l" t="t" r="r" b="b"/>
              <a:pathLst>
                <a:path w="2825623" h="1334135">
                  <a:moveTo>
                    <a:pt x="0" y="0"/>
                  </a:moveTo>
                  <a:lnTo>
                    <a:pt x="2825623" y="0"/>
                  </a:lnTo>
                  <a:lnTo>
                    <a:pt x="2825623" y="1334135"/>
                  </a:lnTo>
                  <a:lnTo>
                    <a:pt x="0" y="133413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1" b="-3"/>
              </a:stretch>
            </a:blipFill>
          </p:spPr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F6F8D965-FD9A-61EB-D5AB-BCA41E4571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0786" y="1750220"/>
            <a:ext cx="7948614" cy="7694414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E64375C-EBEB-A963-74D4-D134683A10A7}"/>
              </a:ext>
            </a:extLst>
          </p:cNvPr>
          <p:cNvSpPr/>
          <p:nvPr/>
        </p:nvSpPr>
        <p:spPr>
          <a:xfrm>
            <a:off x="321469" y="1743074"/>
            <a:ext cx="9660731" cy="740449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ea typeface="Calibri"/>
                <a:cs typeface="Calibri"/>
              </a:rPr>
              <a:t>c</a:t>
            </a:r>
            <a:endParaRPr lang="en-US" err="1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34A4D0A-7449-0781-6CF2-A53A86DA847C}"/>
              </a:ext>
            </a:extLst>
          </p:cNvPr>
          <p:cNvSpPr txBox="1"/>
          <p:nvPr/>
        </p:nvSpPr>
        <p:spPr>
          <a:xfrm>
            <a:off x="450055" y="1750220"/>
            <a:ext cx="9379745" cy="7694414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sz="2800" b="1" dirty="0">
              <a:solidFill>
                <a:schemeClr val="accent2">
                  <a:lumMod val="75000"/>
                </a:schemeClr>
              </a:solidFill>
              <a:latin typeface="Times New Roman"/>
              <a:ea typeface="+mn-lt"/>
              <a:cs typeface="Times New Roman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+mn-lt"/>
                <a:cs typeface="Times New Roman"/>
              </a:rPr>
              <a:t>Proposed Solution:</a:t>
            </a:r>
            <a:endParaRPr lang="en-US" sz="2800" dirty="0">
              <a:solidFill>
                <a:schemeClr val="accent2">
                  <a:lumMod val="75000"/>
                </a:schemeClr>
              </a:solidFill>
              <a:ea typeface="Calibri"/>
              <a:cs typeface="Calibri"/>
            </a:endParaRPr>
          </a:p>
          <a:p>
            <a:r>
              <a:rPr lang="en-US" sz="2800" b="1" dirty="0">
                <a:latin typeface="Times New Roman"/>
                <a:ea typeface="+mn-lt"/>
                <a:cs typeface="Times New Roman"/>
              </a:rPr>
              <a:t>Automated Label Scanning: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Uses OCR and a rule engine to extract and validate label details against LMPC Rules, 2011.  </a:t>
            </a:r>
            <a:endParaRPr lang="en-US" sz="2800" dirty="0">
              <a:latin typeface="Times New Roman"/>
              <a:cs typeface="Times New Roman"/>
            </a:endParaRPr>
          </a:p>
          <a:p>
            <a:endParaRPr lang="en-US" sz="2800" dirty="0">
              <a:latin typeface="Times New Roman"/>
              <a:cs typeface="Times New Roman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+mn-lt"/>
                <a:cs typeface="Times New Roman"/>
              </a:rPr>
              <a:t>Addressing the Problem:</a:t>
            </a:r>
          </a:p>
          <a:p>
            <a:r>
              <a:rPr lang="en-US" sz="2800" b="1" dirty="0">
                <a:latin typeface="Times New Roman"/>
                <a:ea typeface="+mn-lt"/>
                <a:cs typeface="Times New Roman"/>
              </a:rPr>
              <a:t>Declaration &amp; Compliance Checks: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Automatically verifies mandatory package details and flags non-compliant or missing information. </a:t>
            </a:r>
            <a:endParaRPr lang="en-US" sz="2800" dirty="0">
              <a:latin typeface="Times New Roman"/>
              <a:cs typeface="Times New Roman"/>
            </a:endParaRPr>
          </a:p>
          <a:p>
            <a:endParaRPr lang="en-US" sz="2800" b="1" dirty="0">
              <a:solidFill>
                <a:schemeClr val="accent2">
                  <a:lumMod val="75000"/>
                </a:schemeClr>
              </a:solidFill>
              <a:latin typeface="Times New Roman"/>
              <a:cs typeface="Times New Roman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+mn-lt"/>
                <a:cs typeface="Times New Roman"/>
              </a:rPr>
              <a:t>Innovation:</a:t>
            </a:r>
          </a:p>
          <a:p>
            <a:r>
              <a:rPr lang="en-US" sz="2800" b="1" dirty="0">
                <a:latin typeface="Times New Roman"/>
                <a:ea typeface="+mn-lt"/>
                <a:cs typeface="Times New Roman"/>
              </a:rPr>
              <a:t>Evidence &amp; Report Generation: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Captures image proof and exports detailed compliance or violation summaries.  </a:t>
            </a:r>
            <a:endParaRPr lang="en-US" sz="2800" dirty="0">
              <a:latin typeface="Times New Roman"/>
              <a:cs typeface="Times New Roman"/>
            </a:endParaRPr>
          </a:p>
          <a:p>
            <a:endParaRPr lang="en-US" sz="2800" dirty="0">
              <a:latin typeface="Times New Roman"/>
              <a:cs typeface="Times New Roman"/>
            </a:endParaRP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latin typeface="Times New Roman"/>
                <a:ea typeface="+mn-lt"/>
                <a:cs typeface="Times New Roman"/>
              </a:rPr>
              <a:t>Uniqueness:</a:t>
            </a:r>
          </a:p>
          <a:p>
            <a:r>
              <a:rPr lang="en-US" sz="2800" b="1" dirty="0">
                <a:latin typeface="Times New Roman"/>
                <a:ea typeface="+mn-lt"/>
                <a:cs typeface="Times New Roman"/>
              </a:rPr>
              <a:t>Cross-Platform Access:</a:t>
            </a:r>
            <a:r>
              <a:rPr lang="en-US" sz="2800" dirty="0">
                <a:latin typeface="Times New Roman"/>
                <a:ea typeface="+mn-lt"/>
                <a:cs typeface="Times New Roman"/>
              </a:rPr>
              <a:t> Features web and mobile support with a dashboard to track inspection history and trends.</a:t>
            </a:r>
            <a:endParaRPr lang="en-US" sz="2800" dirty="0">
              <a:latin typeface="Times New Roman"/>
              <a:cs typeface="Times New Roman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2C1919-9214-CDFB-9CD1-D7E4DE897C3C}"/>
              </a:ext>
            </a:extLst>
          </p:cNvPr>
          <p:cNvSpPr txBox="1"/>
          <p:nvPr/>
        </p:nvSpPr>
        <p:spPr>
          <a:xfrm>
            <a:off x="5486400" y="247238"/>
            <a:ext cx="73152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LEGITO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E6DEBBED-DBA7-C9A2-B0F3-72306CFA689F}"/>
              </a:ext>
            </a:extLst>
          </p:cNvPr>
          <p:cNvSpPr/>
          <p:nvPr/>
        </p:nvSpPr>
        <p:spPr>
          <a:xfrm>
            <a:off x="890337" y="1664493"/>
            <a:ext cx="2013900" cy="4572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295921" y="205130"/>
            <a:ext cx="2521355" cy="1022974"/>
            <a:chOff x="0" y="0"/>
            <a:chExt cx="4499737" cy="21247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315487" y="489595"/>
            <a:ext cx="2434123" cy="751113"/>
            <a:chOff x="0" y="0"/>
            <a:chExt cx="3245498" cy="1001484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3245485" cy="1001522"/>
            </a:xfrm>
            <a:custGeom>
              <a:avLst/>
              <a:gdLst/>
              <a:ahLst/>
              <a:cxnLst/>
              <a:rect l="l" t="t" r="r" b="b"/>
              <a:pathLst>
                <a:path w="3245485" h="1001522">
                  <a:moveTo>
                    <a:pt x="0" y="500761"/>
                  </a:moveTo>
                  <a:cubicBezTo>
                    <a:pt x="0" y="224155"/>
                    <a:pt x="726567" y="0"/>
                    <a:pt x="1622806" y="0"/>
                  </a:cubicBezTo>
                  <a:cubicBezTo>
                    <a:pt x="2519045" y="0"/>
                    <a:pt x="3245485" y="224155"/>
                    <a:pt x="3245485" y="500761"/>
                  </a:cubicBezTo>
                  <a:cubicBezTo>
                    <a:pt x="3245485" y="777367"/>
                    <a:pt x="2518918" y="1001522"/>
                    <a:pt x="1622806" y="1001522"/>
                  </a:cubicBezTo>
                  <a:cubicBezTo>
                    <a:pt x="726694" y="1001522"/>
                    <a:pt x="0" y="777240"/>
                    <a:pt x="0" y="500761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245498" cy="1058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Complix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73836" y="1564431"/>
            <a:ext cx="7987476" cy="74629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98285" lvl="1" algn="l">
              <a:lnSpc>
                <a:spcPct val="150000"/>
              </a:lnSpc>
            </a:pPr>
            <a:r>
              <a:rPr lang="en-US" sz="2800" b="1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Work Flow:</a:t>
            </a:r>
          </a:p>
          <a:p>
            <a:pPr marL="396570" lvl="1" indent="-198285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system is a cloud‑native compliance platform designed for accuracy and scalability.</a:t>
            </a:r>
          </a:p>
          <a:p>
            <a:pPr marL="396570" lvl="1" indent="-198285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combines intuitive web/mobile interfaces with Node.js‑driven backend intelligence.</a:t>
            </a:r>
          </a:p>
          <a:p>
            <a:pPr marL="396570" lvl="1" indent="-198285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Advanced OCR, OpenCV, and NLP modules deliver precise label analysis and validation.</a:t>
            </a:r>
          </a:p>
          <a:p>
            <a:pPr marL="396570" lvl="1" indent="-198285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secure MongoDB data layer with RBAC and audit logs ensures integrity and accountability.</a:t>
            </a:r>
          </a:p>
          <a:p>
            <a:pPr marL="396570" lvl="1" indent="-198285" algn="l">
              <a:lnSpc>
                <a:spcPct val="15000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Deployed as microservices with CI/CD pipelines, it enables real‑time, reliable compliance enforcement.</a:t>
            </a:r>
          </a:p>
          <a:p>
            <a:pPr algn="l">
              <a:lnSpc>
                <a:spcPts val="3104"/>
              </a:lnSpc>
            </a:pPr>
            <a:endParaRPr lang="en-US" sz="1836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F919B852-A2BB-DD8B-257F-8C69D26BBFD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258" y="1802528"/>
            <a:ext cx="7404742" cy="71509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75360" y="38995"/>
            <a:ext cx="16459200" cy="946156"/>
            <a:chOff x="0" y="0"/>
            <a:chExt cx="21945600" cy="126154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1261536"/>
            </a:xfrm>
            <a:custGeom>
              <a:avLst/>
              <a:gdLst/>
              <a:ahLst/>
              <a:cxnLst/>
              <a:rect l="l" t="t" r="r" b="b"/>
              <a:pathLst>
                <a:path w="21945600" h="1261536">
                  <a:moveTo>
                    <a:pt x="0" y="0"/>
                  </a:moveTo>
                  <a:lnTo>
                    <a:pt x="21945600" y="0"/>
                  </a:lnTo>
                  <a:lnTo>
                    <a:pt x="21945600" y="1261536"/>
                  </a:lnTo>
                  <a:lnTo>
                    <a:pt x="0" y="1261536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288960" b="-288960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129011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24047" y="0"/>
            <a:ext cx="2823953" cy="766764"/>
            <a:chOff x="0" y="-169672"/>
            <a:chExt cx="3305620" cy="1421511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3305556" cy="1251839"/>
            </a:xfrm>
            <a:custGeom>
              <a:avLst/>
              <a:gdLst/>
              <a:ahLst/>
              <a:cxnLst/>
              <a:rect l="l" t="t" r="r" b="b"/>
              <a:pathLst>
                <a:path w="3305556" h="1251839">
                  <a:moveTo>
                    <a:pt x="3305556" y="625983"/>
                  </a:moveTo>
                  <a:cubicBezTo>
                    <a:pt x="3305556" y="280289"/>
                    <a:pt x="2565654" y="0"/>
                    <a:pt x="1652778" y="0"/>
                  </a:cubicBezTo>
                  <a:cubicBezTo>
                    <a:pt x="739902" y="0"/>
                    <a:pt x="0" y="280289"/>
                    <a:pt x="0" y="625983"/>
                  </a:cubicBezTo>
                  <a:cubicBezTo>
                    <a:pt x="0" y="971677"/>
                    <a:pt x="740029" y="1251839"/>
                    <a:pt x="1652778" y="1251839"/>
                  </a:cubicBezTo>
                  <a:cubicBezTo>
                    <a:pt x="2565527" y="1251839"/>
                    <a:pt x="3305556" y="971677"/>
                    <a:pt x="3305556" y="625983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169672"/>
              <a:ext cx="3305620" cy="1261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 err="1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Complix</a:t>
              </a:r>
              <a:endParaRPr lang="en-US" sz="27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endParaRP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5766028" y="2248"/>
            <a:ext cx="2168014" cy="968226"/>
            <a:chOff x="0" y="0"/>
            <a:chExt cx="2890685" cy="129096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890647" cy="1290955"/>
            </a:xfrm>
            <a:custGeom>
              <a:avLst/>
              <a:gdLst/>
              <a:ahLst/>
              <a:cxnLst/>
              <a:rect l="l" t="t" r="r" b="b"/>
              <a:pathLst>
                <a:path w="2890647" h="1290955">
                  <a:moveTo>
                    <a:pt x="0" y="0"/>
                  </a:moveTo>
                  <a:lnTo>
                    <a:pt x="2890647" y="0"/>
                  </a:lnTo>
                  <a:lnTo>
                    <a:pt x="2890647" y="1290955"/>
                  </a:lnTo>
                  <a:lnTo>
                    <a:pt x="0" y="12909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2864" r="-1" b="-2865"/>
              </a:stretch>
            </a:blipFill>
          </p:spPr>
        </p:sp>
      </p:grpSp>
      <p:sp>
        <p:nvSpPr>
          <p:cNvPr id="26" name="TextBox 26"/>
          <p:cNvSpPr txBox="1"/>
          <p:nvPr/>
        </p:nvSpPr>
        <p:spPr>
          <a:xfrm>
            <a:off x="61817" y="1201808"/>
            <a:ext cx="5696807" cy="4457699"/>
          </a:xfrm>
          <a:prstGeom prst="rect">
            <a:avLst/>
          </a:prstGeom>
        </p:spPr>
        <p:txBody>
          <a:bodyPr lIns="50800" tIns="50800" rIns="50800" bIns="50800" rtlCol="0" anchor="t"/>
          <a:lstStyle/>
          <a:p>
            <a:pPr marL="217170" lvl="1" algn="l">
              <a:lnSpc>
                <a:spcPts val="2879"/>
              </a:lnSpc>
            </a:pPr>
            <a:endParaRPr lang="en-US" sz="2400" b="1">
              <a:solidFill>
                <a:srgbClr val="000000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5884602" y="833704"/>
            <a:ext cx="6644764" cy="3586830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l">
              <a:lnSpc>
                <a:spcPts val="2520"/>
              </a:lnSpc>
            </a:pPr>
            <a:r>
              <a:rPr lang="en-US" sz="2100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  </a:t>
            </a:r>
            <a:endParaRPr lang="en-US"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603766" y="1758591"/>
            <a:ext cx="5404666" cy="3707607"/>
          </a:xfrm>
          <a:prstGeom prst="rect">
            <a:avLst/>
          </a:prstGeom>
        </p:spPr>
        <p:txBody>
          <a:bodyPr lIns="50800" tIns="50800" rIns="50800" bIns="50800" rtlCol="0" anchor="t"/>
          <a:lstStyle/>
          <a:p>
            <a:pPr algn="l">
              <a:lnSpc>
                <a:spcPts val="2520"/>
              </a:lnSpc>
            </a:pPr>
            <a:endParaRPr lang="en-US" sz="21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FBDA9F37-D98D-58AA-B548-39D98CA631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977027"/>
              </p:ext>
            </p:extLst>
          </p:nvPr>
        </p:nvGraphicFramePr>
        <p:xfrm>
          <a:off x="0" y="1079499"/>
          <a:ext cx="16459200" cy="84407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295420085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3454534053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1968433732"/>
                    </a:ext>
                  </a:extLst>
                </a:gridCol>
              </a:tblGrid>
              <a:tr h="8440737"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181329"/>
                  </a:ext>
                </a:extLst>
              </a:tr>
            </a:tbl>
          </a:graphicData>
        </a:graphic>
      </p:graphicFrame>
      <p:sp>
        <p:nvSpPr>
          <p:cNvPr id="21" name="Flowchart: Off-page Connector 20">
            <a:extLst>
              <a:ext uri="{FF2B5EF4-FFF2-40B4-BE49-F238E27FC236}">
                <a16:creationId xmlns:a16="http://schemas.microsoft.com/office/drawing/2014/main" id="{FADA295C-E7B9-A4B5-DEBB-FFC9F86D4437}"/>
              </a:ext>
            </a:extLst>
          </p:cNvPr>
          <p:cNvSpPr/>
          <p:nvPr/>
        </p:nvSpPr>
        <p:spPr>
          <a:xfrm>
            <a:off x="217075" y="1157097"/>
            <a:ext cx="5744623" cy="8250478"/>
          </a:xfrm>
          <a:prstGeom prst="flowChartOffpageConnecto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IN" sz="2400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endParaRPr lang="en-IN" sz="2400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endParaRPr lang="en-IN" sz="2400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endParaRPr lang="en-IN" sz="2400" b="1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IN" sz="28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Automated Label Extraction</a:t>
            </a:r>
            <a:r>
              <a:rPr lang="en-IN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: Uses OCR and Computer Vision to read labels and flag violations. </a:t>
            </a:r>
            <a:endParaRPr lang="en-IN"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IN" sz="28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Simplified 4-Step Inspection</a:t>
            </a:r>
            <a:r>
              <a:rPr lang="en-IN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: Capture →Extract → Validate → Report reduces manual inspection time. </a:t>
            </a:r>
            <a:endParaRPr lang="en-IN"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IN" sz="28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Low Infrastructure Cost</a:t>
            </a:r>
            <a:r>
              <a:rPr lang="en-IN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: Runs on existing devices without expensive hardware upgrades. </a:t>
            </a:r>
            <a:endParaRPr lang="en-IN"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IN" sz="28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Centralized Cloud Reporting</a:t>
            </a:r>
            <a:r>
              <a:rPr lang="en-IN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: Secure database stores evidence and tracks compliance analytics.</a:t>
            </a:r>
            <a:endParaRPr lang="en-IN"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ctr"/>
            <a:endParaRPr lang="en-IN" sz="2400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34" name="Flowchart: Off-page Connector 33">
            <a:extLst>
              <a:ext uri="{FF2B5EF4-FFF2-40B4-BE49-F238E27FC236}">
                <a16:creationId xmlns:a16="http://schemas.microsoft.com/office/drawing/2014/main" id="{EAF5CAAD-07A7-7004-753F-7E2F4929CF69}"/>
              </a:ext>
            </a:extLst>
          </p:cNvPr>
          <p:cNvSpPr/>
          <p:nvPr/>
        </p:nvSpPr>
        <p:spPr>
          <a:xfrm>
            <a:off x="6198023" y="1157098"/>
            <a:ext cx="5899682" cy="8170259"/>
          </a:xfrm>
          <a:prstGeom prst="flowChartOffpageConnector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IN" sz="2400" dirty="0">
              <a:latin typeface="Times New Roman"/>
              <a:ea typeface="+mn-lt"/>
              <a:cs typeface="Times New Roman"/>
            </a:endParaRPr>
          </a:p>
          <a:p>
            <a:pPr algn="ctr"/>
            <a:endParaRPr lang="en-IN" sz="2400" dirty="0">
              <a:solidFill>
                <a:srgbClr val="FFFFFF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IN" sz="28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Image &amp; Accuracy</a:t>
            </a:r>
            <a:r>
              <a:rPr lang="en-IN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: Poor image quality and extraction errors lead to incorrect data or compliance issues.  </a:t>
            </a:r>
            <a:endParaRPr lang="en-US"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IN" sz="28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Compliance &amp; Security</a:t>
            </a:r>
            <a:r>
              <a:rPr lang="en-IN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: Keeping up with evolving regulations and data security is challenging.  </a:t>
            </a:r>
            <a:endParaRPr lang="en-IN"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IN" sz="28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System Reliability</a:t>
            </a:r>
            <a:r>
              <a:rPr lang="en-IN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: Technical glitches and integration issues disrupt overall operations.  </a:t>
            </a:r>
            <a:endParaRPr lang="en-IN"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IN" sz="28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Data &amp; Complexity: </a:t>
            </a:r>
            <a:r>
              <a:rPr lang="en-IN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Large data volumes and diverse product formats add operational complexity</a:t>
            </a:r>
            <a:endParaRPr lang="en-IN" sz="2800" dirty="0">
              <a:solidFill>
                <a:schemeClr val="tx1"/>
              </a:solidFill>
              <a:latin typeface="Times New Roman"/>
              <a:cs typeface="Times New Roman"/>
            </a:endParaRPr>
          </a:p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36" name="Flowchart: Off-page Connector 35">
            <a:extLst>
              <a:ext uri="{FF2B5EF4-FFF2-40B4-BE49-F238E27FC236}">
                <a16:creationId xmlns:a16="http://schemas.microsoft.com/office/drawing/2014/main" id="{69E5DB73-5E3C-F19E-9B21-FD0255002537}"/>
              </a:ext>
            </a:extLst>
          </p:cNvPr>
          <p:cNvSpPr/>
          <p:nvPr/>
        </p:nvSpPr>
        <p:spPr>
          <a:xfrm>
            <a:off x="12308957" y="1160327"/>
            <a:ext cx="5703865" cy="8250478"/>
          </a:xfrm>
          <a:prstGeom prst="flowChartOffpageConnector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342900" indent="-342900">
              <a:buFont typeface="Wingdings"/>
              <a:buChar char="Ø"/>
            </a:pP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>
              <a:buFont typeface="Wingdings"/>
              <a:buChar char="Ø"/>
            </a:pPr>
            <a:endParaRPr lang="en-IN" sz="2400" dirty="0">
              <a:solidFill>
                <a:schemeClr val="tx1"/>
              </a:solidFill>
              <a:ea typeface="+mn-lt"/>
              <a:cs typeface="+mn-lt"/>
            </a:endParaRPr>
          </a:p>
          <a:p>
            <a:pPr marL="342900" indent="-342900">
              <a:buFont typeface="Wingdings"/>
              <a:buChar char="Ø"/>
            </a:pPr>
            <a:endParaRPr lang="en-IN" sz="2400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endParaRPr lang="en-IN" sz="2400" b="1" dirty="0">
              <a:solidFill>
                <a:schemeClr val="tx1"/>
              </a:solidFill>
              <a:latin typeface="Times New Roman"/>
              <a:ea typeface="+mn-lt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IN" sz="28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Image Pre-processing</a:t>
            </a:r>
            <a:r>
              <a:rPr lang="en-IN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: Clean and enhance image clarity to ensure accurate OCR text extractions.  </a:t>
            </a:r>
            <a:endParaRPr lang="en-US" sz="28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IN" sz="28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OCR Validation &amp; Rule Engine</a:t>
            </a:r>
            <a:r>
              <a:rPr lang="en-IN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: Validate extracted text using advanced models and automated legal compliance rules.  </a:t>
            </a:r>
            <a:endParaRPr lang="en-IN" sz="28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IN" sz="28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Secure Data Storage</a:t>
            </a:r>
            <a:r>
              <a:rPr lang="en-IN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: Keep processed data encrypted, centralized, and backed up.  </a:t>
            </a:r>
            <a:endParaRPr lang="en-IN" sz="28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marL="342900" indent="-342900">
              <a:buFont typeface="Wingdings"/>
              <a:buChar char="Ø"/>
            </a:pPr>
            <a:r>
              <a:rPr lang="en-IN" sz="2800" b="1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Monitoring &amp; Training</a:t>
            </a:r>
            <a:r>
              <a:rPr lang="en-IN" sz="2800" dirty="0">
                <a:solidFill>
                  <a:schemeClr val="tx1"/>
                </a:solidFill>
                <a:latin typeface="Times New Roman"/>
                <a:ea typeface="+mn-lt"/>
                <a:cs typeface="Times New Roman"/>
              </a:rPr>
              <a:t>: Maintain high performance through continuous feedback, user training, and role-based access.</a:t>
            </a:r>
            <a:endParaRPr lang="en-IN" sz="2800" dirty="0">
              <a:solidFill>
                <a:schemeClr val="tx1"/>
              </a:solidFill>
              <a:latin typeface="Times New Roman"/>
              <a:ea typeface="Calibri"/>
              <a:cs typeface="Times New Roman"/>
            </a:endParaRPr>
          </a:p>
          <a:p>
            <a:pPr algn="ctr"/>
            <a:endParaRPr lang="en-IN" dirty="0">
              <a:ea typeface="Calibri"/>
              <a:cs typeface="Calibri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E6DF34F-E788-EC9C-6986-63A6301D0AE7}"/>
              </a:ext>
            </a:extLst>
          </p:cNvPr>
          <p:cNvSpPr/>
          <p:nvPr/>
        </p:nvSpPr>
        <p:spPr>
          <a:xfrm>
            <a:off x="563879" y="1403575"/>
            <a:ext cx="5188527" cy="6157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/>
                <a:cs typeface="Times New Roman"/>
              </a:rPr>
              <a:t>FEASIBILITY </a:t>
            </a:r>
            <a:endParaRPr lang="en-IN" sz="2800" b="1" dirty="0">
              <a:solidFill>
                <a:schemeClr val="tx1"/>
              </a:solidFill>
              <a:latin typeface="Times New Roman"/>
              <a:cs typeface="Times New Roman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0DF1FCF-A127-D739-D064-6210A795B9FD}"/>
              </a:ext>
            </a:extLst>
          </p:cNvPr>
          <p:cNvSpPr/>
          <p:nvPr/>
        </p:nvSpPr>
        <p:spPr>
          <a:xfrm>
            <a:off x="6336911" y="1397584"/>
            <a:ext cx="5536179" cy="62171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IN" sz="2800" b="1" dirty="0">
                <a:solidFill>
                  <a:schemeClr val="tx1"/>
                </a:solidFill>
                <a:latin typeface="Times New Roman"/>
                <a:ea typeface="Calibri"/>
                <a:cs typeface="Times New Roman"/>
              </a:rPr>
              <a:t>POTENTIAL CHALLENGES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55ABE1B-D2C0-027E-1415-18070D82B2D3}"/>
              </a:ext>
            </a:extLst>
          </p:cNvPr>
          <p:cNvSpPr/>
          <p:nvPr/>
        </p:nvSpPr>
        <p:spPr>
          <a:xfrm>
            <a:off x="12527939" y="1402741"/>
            <a:ext cx="5043296" cy="58798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2800" b="1" dirty="0">
                <a:latin typeface="Times New Roman"/>
                <a:ea typeface="Calibri"/>
                <a:cs typeface="Times New Roman"/>
              </a:rPr>
              <a:t>MITIGATION STRATEGIES 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8" name="TextBox 18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5498805" y="2250"/>
            <a:ext cx="2474661" cy="1236315"/>
            <a:chOff x="0" y="0"/>
            <a:chExt cx="4499699" cy="212467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315487" y="489595"/>
            <a:ext cx="2434123" cy="751113"/>
            <a:chOff x="0" y="0"/>
            <a:chExt cx="3245498" cy="1001484"/>
          </a:xfrm>
        </p:grpSpPr>
        <p:sp>
          <p:nvSpPr>
            <p:cNvPr id="22" name="Freeform 22" descr="Your startup LOGO"/>
            <p:cNvSpPr/>
            <p:nvPr/>
          </p:nvSpPr>
          <p:spPr>
            <a:xfrm>
              <a:off x="0" y="0"/>
              <a:ext cx="3245485" cy="1001522"/>
            </a:xfrm>
            <a:custGeom>
              <a:avLst/>
              <a:gdLst/>
              <a:ahLst/>
              <a:cxnLst/>
              <a:rect l="l" t="t" r="r" b="b"/>
              <a:pathLst>
                <a:path w="3245485" h="1001522">
                  <a:moveTo>
                    <a:pt x="0" y="500761"/>
                  </a:moveTo>
                  <a:cubicBezTo>
                    <a:pt x="0" y="224155"/>
                    <a:pt x="726567" y="0"/>
                    <a:pt x="1622806" y="0"/>
                  </a:cubicBezTo>
                  <a:cubicBezTo>
                    <a:pt x="2519045" y="0"/>
                    <a:pt x="3245485" y="224155"/>
                    <a:pt x="3245485" y="500761"/>
                  </a:cubicBezTo>
                  <a:cubicBezTo>
                    <a:pt x="3245485" y="777367"/>
                    <a:pt x="2518918" y="1001522"/>
                    <a:pt x="1622806" y="1001522"/>
                  </a:cubicBezTo>
                  <a:cubicBezTo>
                    <a:pt x="726694" y="1001522"/>
                    <a:pt x="0" y="777240"/>
                    <a:pt x="0" y="500761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57150"/>
              <a:ext cx="3245498" cy="1058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Complix</a:t>
              </a:r>
            </a:p>
          </p:txBody>
        </p:sp>
      </p:grp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1A0A8F54-FA08-F726-52EA-D09FAE235D7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4063739"/>
              </p:ext>
            </p:extLst>
          </p:nvPr>
        </p:nvGraphicFramePr>
        <p:xfrm>
          <a:off x="942973" y="3189894"/>
          <a:ext cx="8496301" cy="45983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E5E19A40-F09A-0462-265C-EC03E650F59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01975359"/>
              </p:ext>
            </p:extLst>
          </p:nvPr>
        </p:nvGraphicFramePr>
        <p:xfrm>
          <a:off x="9982201" y="7530130"/>
          <a:ext cx="7963578" cy="13649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0" r:lo="rId11" r:qs="rId12" r:cs="rId13"/>
          </a:graphicData>
        </a:graphic>
      </p:graphicFrame>
      <p:graphicFrame>
        <p:nvGraphicFramePr>
          <p:cNvPr id="30" name="Diagram 29">
            <a:extLst>
              <a:ext uri="{FF2B5EF4-FFF2-40B4-BE49-F238E27FC236}">
                <a16:creationId xmlns:a16="http://schemas.microsoft.com/office/drawing/2014/main" id="{14ACD2A9-3A13-962D-56BC-83035280B70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03736411"/>
              </p:ext>
            </p:extLst>
          </p:nvPr>
        </p:nvGraphicFramePr>
        <p:xfrm>
          <a:off x="895349" y="2976580"/>
          <a:ext cx="8001000" cy="4452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5" r:lo="rId16" r:qs="rId17" r:cs="rId18"/>
          </a:graphicData>
        </a:graphic>
      </p:graphicFrame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E027E5D3-06E8-3F2E-582B-24F4DD4228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1172510"/>
              </p:ext>
            </p:extLst>
          </p:nvPr>
        </p:nvGraphicFramePr>
        <p:xfrm>
          <a:off x="9944778" y="2970566"/>
          <a:ext cx="8001000" cy="44589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0" r:lo="rId21" r:qs="rId22" r:cs="rId23"/>
          </a:graphicData>
        </a:graphic>
      </p:graphicFrame>
      <p:sp>
        <p:nvSpPr>
          <p:cNvPr id="33" name="Arrow: Chevron 32">
            <a:extLst>
              <a:ext uri="{FF2B5EF4-FFF2-40B4-BE49-F238E27FC236}">
                <a16:creationId xmlns:a16="http://schemas.microsoft.com/office/drawing/2014/main" id="{BAEC6794-C88C-BA4C-19D3-ADE0E487BDB4}"/>
              </a:ext>
            </a:extLst>
          </p:cNvPr>
          <p:cNvSpPr/>
          <p:nvPr/>
        </p:nvSpPr>
        <p:spPr>
          <a:xfrm>
            <a:off x="1180422" y="1485786"/>
            <a:ext cx="7162800" cy="1132036"/>
          </a:xfrm>
          <a:prstGeom prst="chevron">
            <a:avLst/>
          </a:prstGeom>
          <a:solidFill>
            <a:schemeClr val="accent3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IMPACTS</a:t>
            </a:r>
            <a:endParaRPr lang="en-IN" sz="4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Arrow: Chevron 40">
            <a:extLst>
              <a:ext uri="{FF2B5EF4-FFF2-40B4-BE49-F238E27FC236}">
                <a16:creationId xmlns:a16="http://schemas.microsoft.com/office/drawing/2014/main" id="{60F43617-6AED-022D-E7D1-DEA233540C62}"/>
              </a:ext>
            </a:extLst>
          </p:cNvPr>
          <p:cNvSpPr/>
          <p:nvPr/>
        </p:nvSpPr>
        <p:spPr>
          <a:xfrm>
            <a:off x="9930923" y="1458745"/>
            <a:ext cx="7162800" cy="1132036"/>
          </a:xfrm>
          <a:prstGeom prst="chevron">
            <a:avLst/>
          </a:prstGeom>
          <a:solidFill>
            <a:schemeClr val="accent4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  <a:endParaRPr lang="en-IN" sz="4000" b="1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AF89DAF-8E70-696C-FC64-AA583943C469}"/>
              </a:ext>
            </a:extLst>
          </p:cNvPr>
          <p:cNvGrpSpPr/>
          <p:nvPr/>
        </p:nvGrpSpPr>
        <p:grpSpPr>
          <a:xfrm>
            <a:off x="3728085" y="7688131"/>
            <a:ext cx="5120640" cy="1148018"/>
            <a:chOff x="2880359" y="145677"/>
            <a:chExt cx="5120640" cy="1148018"/>
          </a:xfrm>
        </p:grpSpPr>
        <p:sp>
          <p:nvSpPr>
            <p:cNvPr id="46" name="Rectangle: Top Corners Rounded 45">
              <a:extLst>
                <a:ext uri="{FF2B5EF4-FFF2-40B4-BE49-F238E27FC236}">
                  <a16:creationId xmlns:a16="http://schemas.microsoft.com/office/drawing/2014/main" id="{32D461C3-3C7D-22B8-92D4-2503292A98C4}"/>
                </a:ext>
              </a:extLst>
            </p:cNvPr>
            <p:cNvSpPr/>
            <p:nvPr/>
          </p:nvSpPr>
          <p:spPr>
            <a:xfrm rot="5400000">
              <a:off x="4866670" y="-1840634"/>
              <a:ext cx="1148018" cy="5120640"/>
            </a:xfrm>
            <a:prstGeom prst="round2SameRect">
              <a:avLst/>
            </a:prstGeom>
            <a:solidFill>
              <a:schemeClr val="bg1">
                <a:lumMod val="85000"/>
                <a:alpha val="90000"/>
              </a:schemeClr>
            </a:solidFill>
            <a:ln>
              <a:solidFill>
                <a:schemeClr val="bg1">
                  <a:alpha val="90000"/>
                </a:schemeClr>
              </a:solidFill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47" name="Rectangle: Top Corners Rounded 4">
              <a:extLst>
                <a:ext uri="{FF2B5EF4-FFF2-40B4-BE49-F238E27FC236}">
                  <a16:creationId xmlns:a16="http://schemas.microsoft.com/office/drawing/2014/main" id="{694F8CCD-BBA9-7C3F-7B92-D90AC4BF782F}"/>
                </a:ext>
              </a:extLst>
            </p:cNvPr>
            <p:cNvSpPr txBox="1"/>
            <p:nvPr/>
          </p:nvSpPr>
          <p:spPr>
            <a:xfrm>
              <a:off x="2880359" y="201719"/>
              <a:ext cx="5064598" cy="103593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21920" tIns="60960" rIns="121920" bIns="60960" numCol="1" spcCol="1270" anchor="ctr" anchorCtr="0">
              <a:noAutofit/>
            </a:bodyPr>
            <a:lstStyle/>
            <a:p>
              <a:pPr marL="285750" lvl="1" indent="-285750" defTabSz="1422400">
                <a:spcBef>
                  <a:spcPct val="0"/>
                </a:spcBef>
                <a:spcAft>
                  <a:spcPct val="15000"/>
                </a:spcAft>
              </a:pPr>
              <a:r>
                <a:rPr lang="en-IN" sz="2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Improves accountability in product compliance.</a:t>
              </a:r>
              <a:endParaRPr lang="en-IN" sz="2800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FB40C48-0456-3722-D13F-EEE84A3C5C95}"/>
              </a:ext>
            </a:extLst>
          </p:cNvPr>
          <p:cNvGrpSpPr/>
          <p:nvPr/>
        </p:nvGrpSpPr>
        <p:grpSpPr>
          <a:xfrm>
            <a:off x="895349" y="7530130"/>
            <a:ext cx="2880360" cy="1435023"/>
            <a:chOff x="0" y="2174"/>
            <a:chExt cx="2880360" cy="1435023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1F9023B1-80C2-D6FA-2869-933B35B5B277}"/>
                </a:ext>
              </a:extLst>
            </p:cNvPr>
            <p:cNvSpPr/>
            <p:nvPr/>
          </p:nvSpPr>
          <p:spPr>
            <a:xfrm>
              <a:off x="0" y="2174"/>
              <a:ext cx="2880360" cy="1435023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5" name="Rectangle: Rounded Corners 6">
              <a:extLst>
                <a:ext uri="{FF2B5EF4-FFF2-40B4-BE49-F238E27FC236}">
                  <a16:creationId xmlns:a16="http://schemas.microsoft.com/office/drawing/2014/main" id="{C19A83DE-394C-8B2B-2417-19BD3599C5EE}"/>
                </a:ext>
              </a:extLst>
            </p:cNvPr>
            <p:cNvSpPr txBox="1"/>
            <p:nvPr/>
          </p:nvSpPr>
          <p:spPr>
            <a:xfrm>
              <a:off x="70052" y="72226"/>
              <a:ext cx="2740256" cy="1294919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25730" tIns="62865" rIns="125730" bIns="62865" numCol="1" spcCol="1270" anchor="ctr" anchorCtr="0">
              <a:noAutofit/>
            </a:bodyPr>
            <a:lstStyle/>
            <a:p>
              <a:pPr lvl="0" algn="ctr" defTabSz="1466850">
                <a:spcBef>
                  <a:spcPct val="0"/>
                </a:spcBef>
                <a:spcAft>
                  <a:spcPct val="35000"/>
                </a:spcAft>
              </a:pPr>
              <a:r>
                <a:rPr lang="en-IN" sz="33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Greater Transparency</a:t>
              </a:r>
              <a:endParaRPr lang="en-IN" sz="3300" b="1" kern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056" b="-137056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 dirty="0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1813" b="-101813"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972300" y="9534525"/>
            <a:ext cx="4806001" cy="547688"/>
            <a:chOff x="0" y="0"/>
            <a:chExt cx="6408001" cy="730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408000" cy="730250"/>
            </a:xfrm>
            <a:custGeom>
              <a:avLst/>
              <a:gdLst/>
              <a:ahLst/>
              <a:cxnLst/>
              <a:rect l="l" t="t" r="r" b="b"/>
              <a:pathLst>
                <a:path w="6408000" h="730250">
                  <a:moveTo>
                    <a:pt x="0" y="0"/>
                  </a:moveTo>
                  <a:lnTo>
                    <a:pt x="6408000" y="0"/>
                  </a:lnTo>
                  <a:lnTo>
                    <a:pt x="64080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982" b="-120982"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-19050"/>
              <a:ext cx="6408001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@SIH Idea submission- Template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5544800" y="2248"/>
            <a:ext cx="2500123" cy="943126"/>
            <a:chOff x="0" y="0"/>
            <a:chExt cx="4499737" cy="212471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b="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381000" y="147425"/>
            <a:ext cx="2368610" cy="797961"/>
            <a:chOff x="0" y="-57150"/>
            <a:chExt cx="3245498" cy="1058672"/>
          </a:xfrm>
        </p:grpSpPr>
        <p:sp>
          <p:nvSpPr>
            <p:cNvPr id="16" name="Freeform 16" descr="Your startup LOGO"/>
            <p:cNvSpPr/>
            <p:nvPr/>
          </p:nvSpPr>
          <p:spPr>
            <a:xfrm>
              <a:off x="0" y="0"/>
              <a:ext cx="3245485" cy="1001522"/>
            </a:xfrm>
            <a:custGeom>
              <a:avLst/>
              <a:gdLst/>
              <a:ahLst/>
              <a:cxnLst/>
              <a:rect l="l" t="t" r="r" b="b"/>
              <a:pathLst>
                <a:path w="3245485" h="1001522">
                  <a:moveTo>
                    <a:pt x="0" y="500761"/>
                  </a:moveTo>
                  <a:cubicBezTo>
                    <a:pt x="0" y="224155"/>
                    <a:pt x="726567" y="0"/>
                    <a:pt x="1622806" y="0"/>
                  </a:cubicBezTo>
                  <a:cubicBezTo>
                    <a:pt x="2519045" y="0"/>
                    <a:pt x="3245485" y="224155"/>
                    <a:pt x="3245485" y="500761"/>
                  </a:cubicBezTo>
                  <a:cubicBezTo>
                    <a:pt x="3245485" y="777367"/>
                    <a:pt x="2518918" y="1001522"/>
                    <a:pt x="1622806" y="1001522"/>
                  </a:cubicBezTo>
                  <a:cubicBezTo>
                    <a:pt x="726694" y="1001522"/>
                    <a:pt x="0" y="777240"/>
                    <a:pt x="0" y="500761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3245498" cy="10586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Complix</a:t>
              </a: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80AC4C64-A002-D655-FF3C-FD6BFF55D45A}"/>
              </a:ext>
            </a:extLst>
          </p:cNvPr>
          <p:cNvSpPr txBox="1"/>
          <p:nvPr/>
        </p:nvSpPr>
        <p:spPr>
          <a:xfrm>
            <a:off x="762000" y="1562101"/>
            <a:ext cx="16764000" cy="563231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Metrology Act, 2009 — Department of Consumer Affairs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5"/>
              </a:rPr>
              <a:t>https://consumeraffairs.gov.in/pages/legal-metrology-act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Metrology (Packaged Commodities) Rules, 2011 — Government of India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6"/>
              </a:rPr>
              <a:t>https://consumeraffairs.gov.in/public/upload/admin/cmsfiles/whatsnews/Book_on_Legal_Metrology_Packaged_Commodities_Rules%2C2011_with_all_amendments_whatsnews.pdf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Legal Metrology Overview — Department of Consumer Affairs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7"/>
              </a:rPr>
              <a:t>https://consumeraffairs.gov.in/pages/legal-metrology-overview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Overview of the Tesseract OCR Engine — R. Smith, ICDAR 2007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8"/>
              </a:rPr>
              <a:t>https://dblp.org/rec/conf/icdar/Smith07.html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3920</TotalTime>
  <Words>665</Words>
  <Application>Microsoft Office PowerPoint</Application>
  <PresentationFormat>Custom</PresentationFormat>
  <Paragraphs>121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Times New Roman Bold</vt:lpstr>
      <vt:lpstr>Arimo Bold</vt:lpstr>
      <vt:lpstr>Garamond Bold</vt:lpstr>
      <vt:lpstr>Arimo</vt:lpstr>
      <vt:lpstr>Arial</vt:lpstr>
      <vt:lpstr>Times New Roman</vt:lpstr>
      <vt:lpstr>Wingdings</vt:lpstr>
      <vt:lpstr>Calibri (MS)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CASH.pptx</dc:title>
  <dc:creator>User</dc:creator>
  <cp:lastModifiedBy>anu213999@outlook.com</cp:lastModifiedBy>
  <cp:revision>22</cp:revision>
  <dcterms:created xsi:type="dcterms:W3CDTF">2006-08-16T00:00:00Z</dcterms:created>
  <dcterms:modified xsi:type="dcterms:W3CDTF">2026-09-23T15:30:21Z</dcterms:modified>
  <dc:identifier>DAHUnRRIvPA</dc:identifier>
</cp:coreProperties>
</file>